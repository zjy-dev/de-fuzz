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66666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root/project/de-fuzz/docs/pptx-workspace/se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50" y="871538"/>
            <a:ext cx="1015901" cy="101590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6669" y="2141339"/>
            <a:ext cx="8290661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DeFuzz: LLM驱动的编译器软件防御机制模糊测试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3406140" y="3392239"/>
            <a:ext cx="233172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硕士学位论文开题答辩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2978810" y="4068514"/>
            <a:ext cx="3186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答辩人：XXX | 导师：XXX | 2026年2月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067300"/>
            <a:ext cx="91440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14438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研究背景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1039713"/>
            <a:ext cx="50750" cy="2286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651" y="930176"/>
            <a:ext cx="209854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编译器软件防御机制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1000" y="1377851"/>
            <a:ext cx="854964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现代编译器实现了多种软件防御机制，用于抵御内存安全漏洞攻击：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1000" y="1726853"/>
            <a:ext cx="8382000" cy="97512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Canary：检测栈缓冲区溢出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FORTIFY_SOURCE：强化危险函数的边界检查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SafeStack：隔离安全栈与不安全栈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CFI (Control Flow Integrity)：防止控制流劫持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1000" y="2989213"/>
            <a:ext cx="50750" cy="2286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85651" y="2879675"/>
            <a:ext cx="233172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问题：静默的逻辑漏洞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1000" y="3327350"/>
            <a:ext cx="854964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这些防御机制本身可能存在实现缺陷，导致防御静默失效：编译器不崩溃、不报错，但防护已失效。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1000" y="3676352"/>
            <a:ext cx="854964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传统编译器 Fuzzer 关注崩溃和编译错误，无法检测此类逻辑漏洞。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1000" y="4304556"/>
            <a:ext cx="8382000" cy="482501"/>
          </a:xfrm>
          <a:prstGeom prst="roundRect">
            <a:avLst>
              <a:gd name="adj" fmla="val 1052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8701" y="4431506"/>
            <a:ext cx="81871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典型案例：CVE-2023-4039 - GCC AArch64 Stack Canary 绕过漏洞，影响数十亿设备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403026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研究现状 - LLM驱动的Fuzzer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30176"/>
            <a:ext cx="41453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WhiteFox (白盒)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1323826"/>
            <a:ext cx="4064050" cy="25301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1000" y="1476077"/>
            <a:ext cx="4064050" cy="891480"/>
          </a:xfrm>
          <a:prstGeom prst="roundRect">
            <a:avLst>
              <a:gd name="adj" fmla="val 56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400" y="1628477"/>
            <a:ext cx="383443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3400" y="1824038"/>
            <a:ext cx="3834435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从编译器源码中用 LLM 总结触发深层逻辑的 Pattern，再基于 Pattern 生成测试输入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494508"/>
            <a:ext cx="4064050" cy="1129010"/>
          </a:xfrm>
          <a:prstGeom prst="roundRect">
            <a:avLst>
              <a:gd name="adj" fmla="val 4500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33400" y="2646908"/>
            <a:ext cx="383443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优势与局限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3400" y="2842468"/>
            <a:ext cx="3759250" cy="6286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能理解复杂的编译器优化逻辑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需要完整源码访问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提取成本高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98950" y="930176"/>
            <a:ext cx="41453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HLPFuzz (约束求解)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8950" y="1323826"/>
            <a:ext cx="4064050" cy="25301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98950" y="1476077"/>
            <a:ext cx="4064050" cy="891480"/>
          </a:xfrm>
          <a:prstGeom prst="roundRect">
            <a:avLst>
              <a:gd name="adj" fmla="val 56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51350" y="1628477"/>
            <a:ext cx="383443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核心思路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51350" y="1824038"/>
            <a:ext cx="3834435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选择有价值的基本块，用 LLM 进行约束求解，渐进式构建上下文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98950" y="2494508"/>
            <a:ext cx="4064050" cy="1129010"/>
          </a:xfrm>
          <a:prstGeom prst="roundRect">
            <a:avLst>
              <a:gd name="adj" fmla="val 4500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851350" y="2646908"/>
            <a:ext cx="3834435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51350" y="2842468"/>
            <a:ext cx="3759250" cy="6286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解决了 LLM Fuzzer 的上下文粒度问题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CFG 引导的目标选择策略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发散分析优化变异方向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14438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研究目标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1115913"/>
            <a:ext cx="50750" cy="2286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6402" y="981075"/>
            <a:ext cx="139903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核心研究目标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1000" y="1479500"/>
            <a:ext cx="2624733" cy="1877764"/>
          </a:xfrm>
          <a:prstGeom prst="roundRect">
            <a:avLst>
              <a:gd name="adj" fmla="val 405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1000" y="1503313"/>
            <a:ext cx="2624733" cy="0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1730276"/>
            <a:ext cx="22628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84150" y="2184202"/>
            <a:ext cx="2262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发现已知漏洞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4150" y="2514302"/>
            <a:ext cx="2262801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能够复现和发现软件防御机制相关的已知 CVE，如 CVE-2023-4039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59634" y="1479500"/>
            <a:ext cx="2624733" cy="1877764"/>
          </a:xfrm>
          <a:prstGeom prst="roundRect">
            <a:avLst>
              <a:gd name="adj" fmla="val 405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59634" y="1503313"/>
            <a:ext cx="2624733" cy="0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2784" y="1730276"/>
            <a:ext cx="22628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62784" y="2184202"/>
            <a:ext cx="2262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发现未知漏洞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62784" y="2514302"/>
            <a:ext cx="2262801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在最新版本编译器中发现新的防御机制失效问题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38267" y="1479500"/>
            <a:ext cx="2624733" cy="1877764"/>
          </a:xfrm>
          <a:prstGeom prst="roundRect">
            <a:avLst>
              <a:gd name="adj" fmla="val 405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38267" y="1503313"/>
            <a:ext cx="2624733" cy="0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1418" y="1730276"/>
            <a:ext cx="22628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41418" y="2184202"/>
            <a:ext cx="2262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多架构支持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41418" y="2514302"/>
            <a:ext cx="2262801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 x64、AArch64、LoongArch64 等多种指令集架构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1000" y="4162425"/>
            <a:ext cx="8382000" cy="676275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84150" y="4314825"/>
            <a:ext cx="42565" cy="371475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9115" y="4314825"/>
            <a:ext cx="793634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验证目标：复现 CVE-2023-4039 (GCC AArch64 Stack Canary 绕过) - https://rtx.meta.security/mitigation/2023/09/12/CVE-2023-4039.html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42327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研究内容 - 核心挑战与解决思路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5550" y="1009650"/>
            <a:ext cx="50750" cy="1905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0952" y="904875"/>
            <a:ext cx="3886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编译器软件防御机制模糊测试面临的关键难题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55550" y="1304925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2501" y="1431875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挑战1: 测试预言机缺失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2501" y="1596777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防御失效是"静默"的逻辑漏洞，无崩溃、无报错，传统 Fuzzer 的 crash oracle 完全失效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90442" y="1574453"/>
            <a:ext cx="1662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51350" y="1304925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78301" y="1431875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方案: 插件化 Oracle 体系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8301" y="1596777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针对不同防御策略设计专用检测逻辑（如 Canary 二分搜索、FORTIFY 边界验证），LLM Oracle 作为通用后备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5550" y="2180481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2501" y="2307431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挑战2: 深层路径难触发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2501" y="2472333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防御代码往往位于编译器复杂的条件分支深处，随机变异难以生成满足路径约束的输入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90442" y="2450009"/>
            <a:ext cx="1662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51350" y="2180481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78301" y="2307431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方案: LLM 约束求解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78301" y="2472333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 LLM 代码理解能力，基于 CFG 选择高价值目标，渐进式生成满足约束的测试用例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5550" y="3056037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2501" y="3182987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挑战3: GCC 静态分析困难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2501" y="3347889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代码库超千万行，防御代码分散多模块，缺乏现成的覆盖率和 CFG 提取工具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90442" y="3325564"/>
            <a:ext cx="1662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51350" y="3056037"/>
            <a:ext cx="3937099" cy="748605"/>
          </a:xfrm>
          <a:prstGeom prst="roundRect">
            <a:avLst>
              <a:gd name="adj" fmla="val 678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78301" y="3182987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方案: 定制化插桩编译器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78301" y="3347889"/>
            <a:ext cx="3756862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构建覆盖率插桩的 GCC，提取目标函数 CFG，支持多架构交叉编译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5550" y="3931593"/>
            <a:ext cx="3937099" cy="583704"/>
          </a:xfrm>
          <a:prstGeom prst="roundRect">
            <a:avLst>
              <a:gd name="adj" fmla="val 8703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2501" y="4058543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挑战4: 跨架构测试复杂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501" y="4223445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不同 ISA 的栈布局、调用约定差异大，漏洞可能仅在特定架构触发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90442" y="4118670"/>
            <a:ext cx="1662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51350" y="3931593"/>
            <a:ext cx="3937099" cy="583704"/>
          </a:xfrm>
          <a:prstGeom prst="roundRect">
            <a:avLst>
              <a:gd name="adj" fmla="val 870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78301" y="4058543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方案: QEMU + 统一抽象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78301" y="4223445"/>
            <a:ext cx="3756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QEMU 执行交叉编译产物，设计架构无关的 Oracle 接口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282402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研究方案 - 算法流程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67539" y="879425"/>
            <a:ext cx="88089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DeFuzz 约束求解循环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96614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4675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初始化种子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15666" y="1476226"/>
            <a:ext cx="1900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78198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96259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建立覆盖映射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97250" y="1476226"/>
            <a:ext cx="1900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59782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77843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选择目标BB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78834" y="1476226"/>
            <a:ext cx="1900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41366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59427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构建Prompt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60418" y="1476226"/>
            <a:ext cx="1900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22950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41011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LLM变异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42002" y="1476226"/>
            <a:ext cx="1900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04534" y="1417588"/>
            <a:ext cx="1142851" cy="355402"/>
          </a:xfrm>
          <a:prstGeom prst="roundRect">
            <a:avLst>
              <a:gd name="adj" fmla="val 14294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822595" y="1519089"/>
            <a:ext cx="9067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编译测试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3901" y="2069902"/>
            <a:ext cx="2063800" cy="2870448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3901" y="2069902"/>
            <a:ext cx="2063800" cy="38100"/>
          </a:xfrm>
          <a:prstGeom prst="roundRect">
            <a:avLst>
              <a:gd name="adj" fmla="val 133333"/>
            </a:avLst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80851" y="2234952"/>
            <a:ext cx="18460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目标选择策略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0851" y="2492127"/>
            <a:ext cx="1809899" cy="71080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维护 Line -&gt; FirstSeedID 映射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选择未覆盖且后继最多的 BB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CFG 引导，优先高价值路径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44651" y="2069902"/>
            <a:ext cx="2063948" cy="2870448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444651" y="2069902"/>
            <a:ext cx="2063948" cy="38100"/>
          </a:xfrm>
          <a:prstGeom prst="roundRect">
            <a:avLst>
              <a:gd name="adj" fmla="val 133333"/>
            </a:avLst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571601" y="2234952"/>
            <a:ext cx="18462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构建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71601" y="2492127"/>
            <a:ext cx="1810048" cy="5331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目标函数代码 + 覆盖标注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覆盖前驱的种子作为示例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防御策略相关的约束提示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35550" y="2069902"/>
            <a:ext cx="2063800" cy="2870448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635550" y="2069902"/>
            <a:ext cx="2063800" cy="38100"/>
          </a:xfrm>
          <a:prstGeom prst="roundRect">
            <a:avLst>
              <a:gd name="adj" fmla="val 133333"/>
            </a:avLst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62500" y="2234952"/>
            <a:ext cx="18460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反馈优化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62500" y="2492127"/>
            <a:ext cx="1809899" cy="71080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覆盖成功：更新映射，送入 Oracle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覆盖失败：uftrace 发散分析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发散信息反馈 LLM 精确变异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26300" y="2069902"/>
            <a:ext cx="2063800" cy="2870448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26300" y="2069902"/>
            <a:ext cx="2063800" cy="38100"/>
          </a:xfrm>
          <a:prstGeom prst="roundRect">
            <a:avLst>
              <a:gd name="adj" fmla="val 133333"/>
            </a:avLst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953250" y="2234952"/>
            <a:ext cx="18460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检测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53250" y="2492127"/>
            <a:ext cx="1809899" cy="71080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根据防御策略选择对应 Oracle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执行测试用例，分析行为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判断防御是否生效或被绕过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438169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技术贡献 - GCC 插桩与静态分析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1038076"/>
            <a:ext cx="50750" cy="20315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6402" y="930176"/>
            <a:ext cx="2819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克服 GCC 静态分析的工程挑战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1000" y="1501676"/>
            <a:ext cx="4089350" cy="1087041"/>
          </a:xfrm>
          <a:prstGeom prst="roundRect">
            <a:avLst>
              <a:gd name="adj" fmla="val 467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400" y="1654076"/>
            <a:ext cx="386024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覆盖率插桩编译器构建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3400" y="1849636"/>
            <a:ext cx="386024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 GCC 源码添加覆盖率插桩，支持多目标架构（x64/AArch64/LoongArch64）的交叉编译，实现对防御相关代码路径的精确追踪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73501" y="1501676"/>
            <a:ext cx="4089499" cy="1087041"/>
          </a:xfrm>
          <a:prstGeom prst="roundRect">
            <a:avLst>
              <a:gd name="adj" fmla="val 467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25901" y="1654076"/>
            <a:ext cx="386039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CFG 静态提取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25901" y="1849636"/>
            <a:ext cx="3860393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 GCC 中间表示，提取防御机制实现函数的控制流图（CFG），识别未覆盖基本块及其后继关系，指导目标选择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1000" y="2741116"/>
            <a:ext cx="4089350" cy="891480"/>
          </a:xfrm>
          <a:prstGeom prst="roundRect">
            <a:avLst>
              <a:gd name="adj" fmla="val 56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3400" y="2893516"/>
            <a:ext cx="386024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防御代码定位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3400" y="3089077"/>
            <a:ext cx="386024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自动识别编译器中与特定防御策略相关的源文件和函数，如 Stack Canary 的插入点、FORTIFY 的检查逻辑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3501" y="2741116"/>
            <a:ext cx="4089499" cy="891480"/>
          </a:xfrm>
          <a:prstGeom prst="roundRect">
            <a:avLst>
              <a:gd name="adj" fmla="val 56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25901" y="2893516"/>
            <a:ext cx="386039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覆盖率反馈闭环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5901" y="3089077"/>
            <a:ext cx="3860393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将运行时覆盖率与静态 CFG 结合，动态更新 Line-&gt;Seed 映射，实现覆盖率驱动的模糊测试闭环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1000" y="4389239"/>
            <a:ext cx="8382000" cy="500360"/>
          </a:xfrm>
          <a:prstGeom prst="roundRect">
            <a:avLst>
              <a:gd name="adj" fmla="val 1015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3400" y="4541639"/>
            <a:ext cx="8238744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技术难点：GCC 代码库超过千万行，防御机制代码分散在多个模块，需精确定位并插桩目标代码路径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514010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Oracle 实例：Stack Canary 二分检测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5550" y="996851"/>
            <a:ext cx="50750" cy="1905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0952" y="904875"/>
            <a:ext cx="29403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 ISA 的 Canary 绕过检测预言机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55550" y="1279475"/>
            <a:ext cx="4488954" cy="787003"/>
          </a:xfrm>
          <a:prstGeom prst="roundRect">
            <a:avLst>
              <a:gd name="adj" fmla="val 645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2501" y="1406426"/>
            <a:ext cx="431975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核心原理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2501" y="1584127"/>
            <a:ext cx="431975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渐进增加缓冲区填充大小，观察程序退出状态的变化模式。利用 ret_addr、canary、buffer 三者位置关系的单调性进行二分搜索。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5550" y="2193429"/>
            <a:ext cx="4488954" cy="2721471"/>
          </a:xfrm>
          <a:prstGeom prst="roundRect">
            <a:avLst>
              <a:gd name="adj" fmla="val 186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2501" y="2320379"/>
            <a:ext cx="43197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退出状态判定表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2501" y="2621905"/>
            <a:ext cx="4235053" cy="279202"/>
          </a:xfrm>
          <a:prstGeom prst="roundRect">
            <a:avLst>
              <a:gd name="adj" fmla="val 13646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8384" y="2621905"/>
            <a:ext cx="1439867" cy="279202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哨兵输出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80018" y="2621905"/>
            <a:ext cx="1440019" cy="279202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退出码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03" y="2621905"/>
            <a:ext cx="1439867" cy="279202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判定结果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501" y="3159770"/>
            <a:ext cx="4235053" cy="0"/>
          </a:xfrm>
          <a:prstGeom prst="line">
            <a:avLst/>
          </a:prstGeom>
          <a:noFill/>
          <a:ln w="9525">
            <a:solidFill>
              <a:srgbClr val="C8E6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384" y="2901107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 SEED_RETURNED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880018" y="2901107"/>
            <a:ext cx="1440019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(SIGSEGV)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91803" y="2901107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Canary 绕过 (BUG)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2501" y="3423196"/>
            <a:ext cx="4235053" cy="0"/>
          </a:xfrm>
          <a:prstGeom prst="line">
            <a:avLst/>
          </a:prstGeom>
          <a:noFill/>
          <a:ln w="9525">
            <a:solidFill>
              <a:srgbClr val="C8E6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8384" y="3164532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880018" y="3164532"/>
            <a:ext cx="1440019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(SIGSEGV)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91803" y="3164532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间接崩溃 (假阳性)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2501" y="3686621"/>
            <a:ext cx="4235053" cy="0"/>
          </a:xfrm>
          <a:prstGeom prst="line">
            <a:avLst/>
          </a:prstGeom>
          <a:noFill/>
          <a:ln w="9525">
            <a:solidFill>
              <a:srgbClr val="C8E6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8384" y="3427958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80018" y="3427958"/>
            <a:ext cx="1440019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 (SIGABRT)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91803" y="3427958"/>
            <a:ext cx="1439867" cy="253901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Canary 生效 (安全)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47655" y="1279475"/>
            <a:ext cx="3740795" cy="1418630"/>
          </a:xfrm>
          <a:prstGeom prst="roundRect">
            <a:avLst>
              <a:gd name="adj" fmla="val 3581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74605" y="1406426"/>
            <a:ext cx="35566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二分搜索算法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74605" y="1682651"/>
            <a:ext cx="3486894" cy="88850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 [0, N] 区间二分查找最小崩溃 size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check(size): 运行程序，返回退出码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若退出码=139 且有哨兵: 报告 Bug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若退出码=134: Canary 正常工作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哨兵机制排除函数内部间接崩溃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47655" y="2825055"/>
            <a:ext cx="3740795" cy="964704"/>
          </a:xfrm>
          <a:prstGeom prst="roundRect">
            <a:avLst>
              <a:gd name="adj" fmla="val 526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174605" y="2952006"/>
            <a:ext cx="35566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跨架构支持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74605" y="3129707"/>
            <a:ext cx="3556632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 0x41 ('A') 填充构造非法地址，在 x64/AArch64/LoongArch64 上均触发 SIGSEGV。通过 QEMU 实现交叉架构执行。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47655" y="3916710"/>
            <a:ext cx="3740795" cy="787003"/>
          </a:xfrm>
          <a:prstGeom prst="roundRect">
            <a:avLst>
              <a:gd name="adj" fmla="val 645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174605" y="4043660"/>
            <a:ext cx="35566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哨兵输出机制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4605" y="4221361"/>
            <a:ext cx="355663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 seed() 函数返回前打印 "SEED_RETURNED"，区分真正的返回地址被覆盖(哨兵已打印)与函数内部崩溃(哨兵未打印)。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483558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初步实验结果 - Canary Oracle 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1050727"/>
            <a:ext cx="50750" cy="20315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6402" y="930176"/>
            <a:ext cx="1428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实验配置与结果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1000" y="1374577"/>
            <a:ext cx="8382000" cy="383977"/>
          </a:xfrm>
          <a:prstGeom prst="roundRect">
            <a:avLst>
              <a:gd name="adj" fmla="val 13230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81000" y="1374577"/>
            <a:ext cx="2137410" cy="38397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目标编译器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76500" y="1374577"/>
            <a:ext cx="2137410" cy="38397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指令集架构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1374577"/>
            <a:ext cx="2137410" cy="38397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防御策略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67500" y="1374577"/>
            <a:ext cx="2137410" cy="38397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1000" y="2096691"/>
            <a:ext cx="83820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000" y="17585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v12.2.0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76500" y="17585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AArch64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17585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Canary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67500" y="17585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已复现 CVE-2023-4039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1000" y="2101453"/>
            <a:ext cx="8382000" cy="34290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81000" y="2439591"/>
            <a:ext cx="83820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1000" y="21014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v15.2.0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76500" y="21014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AArch64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21014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Canary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67500" y="21014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1000" y="2782491"/>
            <a:ext cx="83820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1000" y="24443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v15.2.0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476500" y="24443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x86-64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0" y="24443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Canary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67500" y="24443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1000" y="2787253"/>
            <a:ext cx="8382000" cy="342900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81000" y="3125391"/>
            <a:ext cx="83820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1000" y="27872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v15.2.0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76500" y="27872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LoongArch64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0" y="27872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Canary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67500" y="2787253"/>
            <a:ext cx="2137410" cy="333375"/>
          </a:xfrm>
          <a:prstGeom prst="rect">
            <a:avLst/>
          </a:prstGeom>
          <a:noFill/>
          <a:ln/>
        </p:spPr>
        <p:txBody>
          <a:bodyPr wrap="square" lIns="127000" tIns="76200" rIns="1270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测试中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1000" y="4273748"/>
            <a:ext cx="8382000" cy="615851"/>
          </a:xfrm>
          <a:prstGeom prst="roundRect">
            <a:avLst>
              <a:gd name="adj" fmla="val 8249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58701" y="4400699"/>
            <a:ext cx="818713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 Stack Canary 为首个验证目标，已成功复现 CVE-2023-4039。后续将扩展至 FORTIFY_SOURCE、SafeStack 等其他防御策略。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14438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预期成果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30176"/>
            <a:ext cx="41193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学术成果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1349276"/>
            <a:ext cx="4038600" cy="25301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1000" y="1526977"/>
            <a:ext cx="4038600" cy="624780"/>
          </a:xfrm>
          <a:prstGeom prst="roundRect">
            <a:avLst>
              <a:gd name="adj" fmla="val 8131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4813" y="1526977"/>
            <a:ext cx="0" cy="624780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1025" y="1679377"/>
            <a:ext cx="375989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篇高水平论文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1000" y="2278707"/>
            <a:ext cx="4038600" cy="518071"/>
          </a:xfrm>
          <a:prstGeom prst="roundRect">
            <a:avLst>
              <a:gd name="adj" fmla="val 980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04813" y="2278707"/>
            <a:ext cx="0" cy="518071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1025" y="2431107"/>
            <a:ext cx="375989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完整的 DeFuzz 系统实现及开源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2923729"/>
            <a:ext cx="4038600" cy="518071"/>
          </a:xfrm>
          <a:prstGeom prst="roundRect">
            <a:avLst>
              <a:gd name="adj" fmla="val 980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04813" y="2923729"/>
            <a:ext cx="0" cy="518071"/>
          </a:xfrm>
          <a:prstGeom prst="line">
            <a:avLst/>
          </a:prstGeom>
          <a:noFill/>
          <a:ln w="47625">
            <a:solidFill>
              <a:srgbClr val="1B5E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1025" y="3076129"/>
            <a:ext cx="375989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驱动的编译器防御测试方法论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4400" y="930176"/>
            <a:ext cx="41193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实践成果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24400" y="1349276"/>
            <a:ext cx="4038600" cy="25301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24400" y="1526977"/>
            <a:ext cx="4038600" cy="146268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发现并报告 GCC 编译器中的防御机制漏洞</a:t>
            </a:r>
            <a:endParaRPr lang="en-US" sz="1200" dirty="0"/>
          </a:p>
          <a:p>
            <a:pPr algn="l" marL="101600" indent="-1016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支持多种防御策略：Stack Canary、FORTIFY_SOURCE 等</a:t>
            </a:r>
            <a:endParaRPr lang="en-US" sz="1200" dirty="0"/>
          </a:p>
          <a:p>
            <a:pPr algn="l" marL="101600" indent="-1016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支持多种架构：x64、AArch64、LoongArch64</a:t>
            </a:r>
            <a:endParaRPr lang="en-US" sz="1200" dirty="0"/>
          </a:p>
          <a:p>
            <a:pPr algn="l" marL="101600" indent="-1016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可扩展的 Oracle 插件体系</a:t>
            </a:r>
            <a:endParaRPr lang="en-US" sz="1200" dirty="0"/>
          </a:p>
          <a:p>
            <a:pPr algn="l" marL="101600" indent="-1016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完整的测试用例集和实验数据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6275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04800" y="152400"/>
            <a:ext cx="14438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进度安排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71401"/>
            <a:ext cx="50750" cy="1905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6402" y="879425"/>
            <a:ext cx="32935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研二下学期工作计划 (2026.3 - 2026.7)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1000" y="1279475"/>
            <a:ext cx="837902" cy="272951"/>
          </a:xfrm>
          <a:prstGeom prst="roundRect">
            <a:avLst>
              <a:gd name="adj" fmla="val 18611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6152" y="1330226"/>
            <a:ext cx="647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302" y="1254026"/>
            <a:ext cx="7391698" cy="323850"/>
          </a:xfrm>
          <a:prstGeom prst="roundRect">
            <a:avLst>
              <a:gd name="adj" fmla="val 15686"/>
            </a:avLst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98253" y="1330226"/>
            <a:ext cx="72805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完善系统实现，扩展 FORTIFY_SOURCE 防御策略支持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1000" y="1679525"/>
            <a:ext cx="837902" cy="272951"/>
          </a:xfrm>
          <a:prstGeom prst="roundRect">
            <a:avLst>
              <a:gd name="adj" fmla="val 18611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152" y="1730276"/>
            <a:ext cx="647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302" y="1654076"/>
            <a:ext cx="7391698" cy="323850"/>
          </a:xfrm>
          <a:prstGeom prst="roundRect">
            <a:avLst>
              <a:gd name="adj" fmla="val 15686"/>
            </a:avLst>
          </a:prstGeom>
          <a:solidFill>
            <a:srgbClr val="388E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98253" y="1730276"/>
            <a:ext cx="72805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大规模实验：多架构、多版本 GCC 全面测试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1000" y="2079575"/>
            <a:ext cx="837902" cy="272951"/>
          </a:xfrm>
          <a:prstGeom prst="roundRect">
            <a:avLst>
              <a:gd name="adj" fmla="val 18611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6152" y="2130326"/>
            <a:ext cx="647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5月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302" y="2054126"/>
            <a:ext cx="7391698" cy="323850"/>
          </a:xfrm>
          <a:prstGeom prst="roundRect">
            <a:avLst>
              <a:gd name="adj" fmla="val 15686"/>
            </a:avLst>
          </a:prstGeom>
          <a:solidFill>
            <a:srgbClr val="43A04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98253" y="2130326"/>
            <a:ext cx="72805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漏洞分析与报告，整理实验数据，撰写论文初稿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1000" y="2479625"/>
            <a:ext cx="837902" cy="272951"/>
          </a:xfrm>
          <a:prstGeom prst="roundRect">
            <a:avLst>
              <a:gd name="adj" fmla="val 18611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6152" y="2530376"/>
            <a:ext cx="647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302" y="2454176"/>
            <a:ext cx="7391698" cy="323850"/>
          </a:xfrm>
          <a:prstGeom prst="roundRect">
            <a:avLst>
              <a:gd name="adj" fmla="val 15686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98253" y="2530376"/>
            <a:ext cx="72805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论文修改完善，投稿准备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1000" y="2879675"/>
            <a:ext cx="837902" cy="272951"/>
          </a:xfrm>
          <a:prstGeom prst="roundRect">
            <a:avLst>
              <a:gd name="adj" fmla="val 18611"/>
            </a:avLst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76152" y="2930426"/>
            <a:ext cx="6475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71302" y="2854226"/>
            <a:ext cx="7391698" cy="323850"/>
          </a:xfrm>
          <a:prstGeom prst="roundRect">
            <a:avLst>
              <a:gd name="adj" fmla="val 15686"/>
            </a:avLst>
          </a:prstGeom>
          <a:solidFill>
            <a:srgbClr val="66BB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498253" y="2930426"/>
            <a:ext cx="72805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毕业论文撰写，答辩准备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1000" y="3305026"/>
            <a:ext cx="8382000" cy="383977"/>
          </a:xfrm>
          <a:prstGeom prst="roundRect">
            <a:avLst>
              <a:gd name="adj" fmla="val 13230"/>
            </a:avLst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3400" y="3406527"/>
            <a:ext cx="82387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当前进度：研二上学期结束 (2026.2.4)，已完成系统核心功能，复现 CVE-2023-4039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root/project/de-fuzz/docs/pptx-workspace/se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450" y="1122313"/>
            <a:ext cx="888950" cy="8889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06624" y="2316063"/>
            <a:ext cx="3730752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3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感谢各位老师指导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3959924" y="3170039"/>
            <a:ext cx="122415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敬请批评指正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692292" y="3817739"/>
            <a:ext cx="1759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东南大学 | 2026年2月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067300"/>
            <a:ext cx="91440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DeFuzz: LLM驱动的编译器软件防御机制模糊测试 - 开题答辩</dc:title>
  <dc:subject>硕士学位论文开题答辩</dc:subject>
  <dc:creator>DeFuzz</dc:creator>
  <cp:lastModifiedBy>DeFuzz</cp:lastModifiedBy>
  <cp:revision>1</cp:revision>
  <dcterms:created xsi:type="dcterms:W3CDTF">2026-02-04T04:31:15Z</dcterms:created>
  <dcterms:modified xsi:type="dcterms:W3CDTF">2026-02-04T04:31:15Z</dcterms:modified>
</cp:coreProperties>
</file>