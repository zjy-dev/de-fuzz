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0116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C8E6C9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121408"/>
            <a:ext cx="73152" cy="86868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2057400"/>
            <a:ext cx="5669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B5E20"/>
                </a:solidFill>
                <a:latin typeface="Microsoft YaHei"/>
                <a:ea typeface="Microsoft YaHei"/>
              </a:rPr>
              <a:t>研究背景与意义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697480"/>
            <a:ext cx="5669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Microsoft YaHei"/>
                <a:ea typeface="Microsoft YaHei"/>
              </a:rPr>
              <a:t>Background &amp; 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03420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Microsoft YaHei"/>
                <a:ea typeface="Microsoft YaHei"/>
              </a:rPr>
              <a:t>从 CVE 增长趋势出发, 看清编译器防御机制为何成为脆弱的关键环节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研究背景与意义 — 漏洞过载时代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近十年 CVE 数量持续攀升, 编译器侧防御机制成为系统安全的关键防线</a:t>
            </a:r>
          </a:p>
        </p:txBody>
      </p:sp>
      <p:pic>
        <p:nvPicPr>
          <p:cNvPr id="8" name="Picture 7" descr="cve_growth.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39510"/>
            <a:ext cx="5349240" cy="2330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1420054"/>
            <a:ext cx="5349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Microsoft YaHei"/>
                <a:ea typeface="Microsoft YaHei"/>
              </a:rPr>
              <a:t>图 1: 近 10 年 CVE 年度发布数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0448" y="1051560"/>
            <a:ext cx="2953512" cy="1671066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70448" y="1051560"/>
            <a:ext cx="295351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7608" y="11612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编译器侧防御: 系统安全的关键防线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7608" y="1508760"/>
            <a:ext cx="2679192" cy="1168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栈金丝雀 · _FORTIFY_SOURCE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CFI · IBT · PAC · BTI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Shadow Stack · SafeStack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由编译器与运行时叠加部署, 在漏洞被触发时拦截攻击者拿到控制权。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70448" y="2887218"/>
            <a:ext cx="2953512" cy="1671066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70448" y="2887218"/>
            <a:ext cx="2953512" cy="4572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07608" y="299694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核心命题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7608" y="3344418"/>
            <a:ext cx="2679192" cy="1168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上层代码的内存安全漏洞难以根除。防御机制能否在漏洞被触发时挡住攻击者, 直接决定整套系统是否守得住。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814316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9E9E9E"/>
                </a:solidFill>
                <a:latin typeface="Microsoft YaHei"/>
                <a:ea typeface="Microsoft YaHei"/>
              </a:rPr>
              <a:t>数据来源: NVD · cve.org · JerryGamblin 2024–2025 CVE Data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研究背景与意义 — 防御机制本身也会出错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防御机制由代码实现, 其有效性与 ISA 设计强相关 — Canary 在 AArch64 上的失效</a:t>
            </a:r>
          </a:p>
        </p:txBody>
      </p:sp>
      <p:pic>
        <p:nvPicPr>
          <p:cNvPr id="8" name="Picture 7" descr="stack-layout.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2834109" cy="3525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4613148"/>
            <a:ext cx="283410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图 2: AArch64 栈帧布局 (CVE-2023-4039)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189" y="1051560"/>
            <a:ext cx="5349771" cy="168021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189" y="1051560"/>
            <a:ext cx="73152" cy="168021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069" y="1143000"/>
            <a:ext cx="50754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Canary 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069" y="1472184"/>
            <a:ext cx="5075451" cy="1223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编译器在缓冲区与返回地址之间放置随机值哨兵。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函数返回前比对哨兵是否被改写, 一旦改写就调用 __stack_chk_fail 终止程序。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189" y="2896362"/>
            <a:ext cx="5349771" cy="1680210"/>
          </a:xfrm>
          <a:prstGeom prst="rect">
            <a:avLst/>
          </a:prstGeom>
          <a:solidFill>
            <a:srgbClr val="FFEBEE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189" y="2896362"/>
            <a:ext cx="73152" cy="168021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069" y="2987802"/>
            <a:ext cx="50754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Microsoft YaHei"/>
                <a:ea typeface="Microsoft YaHei"/>
              </a:rPr>
              <a:t>AArch64 上失效的根因 (CVE-2023-4039)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069" y="3316986"/>
            <a:ext cx="5075451" cy="1223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GCC 把 canary 固定放在</a:t>
            </a:r>
            <a:r>
              <a:rPr sz="1050" b="1" i="0">
                <a:solidFill>
                  <a:srgbClr val="C62828"/>
                </a:solidFill>
                <a:latin typeface="Microsoft YaHei"/>
                <a:ea typeface="Microsoft YaHei"/>
              </a:rPr>
              <a:t>局部变量区的最上方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但 AArch64 栈帧把 VLA / alloca 放在</a:t>
            </a:r>
            <a:r>
              <a:rPr sz="1050" b="1" i="0">
                <a:solidFill>
                  <a:srgbClr val="C62828"/>
                </a:solidFill>
                <a:latin typeface="Microsoft YaHei"/>
                <a:ea typeface="Microsoft YaHei"/>
              </a:rPr>
              <a:t>保存的返回地址之下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, 越界写入先于 canary 检查改写返回地址, 哨兵被绕开。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814316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9E9E9E"/>
                </a:solidFill>
                <a:latin typeface="Microsoft YaHei"/>
                <a:ea typeface="Microsoft YaHei"/>
              </a:rPr>
              <a:t>缺陷自 GCC 早期版本起存在, 编译时无报错、运行时功能正常, 直到 2023 年由外部研究者发现并修复。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研究背景与意义 — 核心挑战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机制 × ISA 二维矩阵庞大, 失效又难以判定</a:t>
            </a:r>
          </a:p>
        </p:txBody>
      </p:sp>
      <p:pic>
        <p:nvPicPr>
          <p:cNvPr id="8" name="Picture 7" descr="defense-matrix.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39555"/>
            <a:ext cx="4572000" cy="22997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3675929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图 3: 防御机制 × ISA 矩阵示意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051560"/>
            <a:ext cx="3703320" cy="147447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1051560"/>
            <a:ext cx="73152" cy="147447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14300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C1 · 搜索空间巨大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472184"/>
            <a:ext cx="3429000" cy="1017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防御机制十余种 (canary · FORTIFY · CFI · IBT · PAC · BTI · ShadowStack …), ISA 至少 4 套 (x86-64 · AArch64 · RISC-V · LoongArch)。每个格点都对应一份独立的后端实现, 人工审计难以覆盖。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690622"/>
            <a:ext cx="3703320" cy="1474470"/>
          </a:xfrm>
          <a:prstGeom prst="rect">
            <a:avLst/>
          </a:prstGeom>
          <a:solidFill>
            <a:srgbClr val="FFEBEE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0" y="2690622"/>
            <a:ext cx="73152" cy="147447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782062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Microsoft YaHei"/>
                <a:ea typeface="Microsoft YaHei"/>
              </a:rPr>
              <a:t>C2 · 失效难以判定 (Oracle 问题)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111246"/>
            <a:ext cx="3429000" cy="1017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程序不崩溃、跨编译器输出一致, 看似正常而安全契约已失守。传统 fuzzer 依赖 crash / differential oracle, 对这类静默逻辑失效无感。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30852"/>
            <a:ext cx="8503920" cy="502920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530852"/>
            <a:ext cx="73152" cy="50292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6572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Microsoft YaHei"/>
                <a:ea typeface="Microsoft YaHei"/>
              </a:rPr>
              <a:t>本课题的应对思路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05172"/>
            <a:ext cx="82296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以 invariant 驱动的预言机回答 Oracle 问题, 结合覆盖率反馈与 LLM 种子生成压缩搜索空间 (详见后章)。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0116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C8E6C9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121408"/>
            <a:ext cx="73152" cy="86868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2057400"/>
            <a:ext cx="5669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B5E20"/>
                </a:solidFill>
                <a:latin typeface="Microsoft YaHei"/>
                <a:ea typeface="Microsoft YaHei"/>
              </a:rPr>
              <a:t>研究现状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697480"/>
            <a:ext cx="5669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Microsoft YaHei"/>
                <a:ea typeface="Microsoft YaHe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03420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Microsoft YaHei"/>
                <a:ea typeface="Microsoft YaHei"/>
              </a:rPr>
              <a:t>静态分析与现有 fuzz 工作为何都看不见防御机制的静默失效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研究现状 — 现有方法的局限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现有自动化方法均不能直接判定防御机制是否仍生效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3108960" cy="3022092"/>
          </a:xfrm>
          <a:prstGeom prst="rect">
            <a:avLst/>
          </a:prstGeom>
          <a:solidFill>
            <a:srgbClr val="FFEBEE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051560"/>
            <a:ext cx="3108960" cy="45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188720"/>
            <a:ext cx="2779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Microsoft YaHei"/>
                <a:ea typeface="Microsoft YaHei"/>
              </a:rPr>
              <a:t>静态分析与形式化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554480"/>
            <a:ext cx="2779776" cy="2427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依赖已知的代码模式或可形式化的契约。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但防御机制失效形态多样, 大部分案例都有独特的违例方式;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安全契约本身又散落在中端 pass 与多个后端模板中, 难以统一形式化。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0168" y="1051560"/>
            <a:ext cx="5193792" cy="1442466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0168" y="1051560"/>
            <a:ext cx="73152" cy="1442466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3048" y="1143000"/>
            <a:ext cx="4919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WhiteFox</a:t>
            </a:r>
            <a:r>
              <a:rPr sz="1000" b="0" i="1">
                <a:solidFill>
                  <a:srgbClr val="666666"/>
                </a:solidFill>
                <a:latin typeface="Microsoft YaHei"/>
                <a:ea typeface="Microsoft YaHei"/>
              </a:rPr>
              <a:t>  · OSDI'24 · LLM 阅读优化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1472184"/>
            <a:ext cx="4919472" cy="985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白盒思路: LLM 从优化 pass 源码归纳输入模式, 再生成可触发该 pass 的 C 程序。目标仍是常规 crash / miscompile, 不关心安全契约。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30168" y="2631186"/>
            <a:ext cx="5193792" cy="1442466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2631186"/>
            <a:ext cx="73152" cy="1442466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2722626"/>
            <a:ext cx="4919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HLPFuzz</a:t>
            </a:r>
            <a:r>
              <a:rPr sz="1000" b="0" i="1">
                <a:solidFill>
                  <a:srgbClr val="666666"/>
                </a:solidFill>
                <a:latin typeface="Microsoft YaHei"/>
                <a:ea typeface="Microsoft YaHei"/>
              </a:rPr>
              <a:t>  · USENIX Sec'25 · LLM 约束求解 + 覆盖率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3051810"/>
            <a:ext cx="4919472" cy="985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把未覆盖基本块翻译为约束求解任务交给 LLM, 渐进式构造上下文。目标是可达性, 预言机仍是 crash / 差分输出。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439412"/>
            <a:ext cx="8503920" cy="594360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4439412"/>
            <a:ext cx="73152" cy="59436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513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Microsoft YaHei"/>
                <a:ea typeface="Microsoft YaHei"/>
              </a:rPr>
              <a:t>Oracle 空白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2020"/>
            <a:ext cx="82296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程序不崩溃、跨编译器输出一致 → 防御机制是否仍满足安全契约, 现有 crash / differential / 变形 oracle 全部沉默。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0116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C8E6C9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121408"/>
            <a:ext cx="73152" cy="86868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2057400"/>
            <a:ext cx="5669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B5E20"/>
                </a:solidFill>
                <a:latin typeface="Microsoft YaHei"/>
                <a:ea typeface="Microsoft YaHei"/>
              </a:rPr>
              <a:t>研究目标与内容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697480"/>
            <a:ext cx="5669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Microsoft YaHei"/>
                <a:ea typeface="Microsoft YaHei"/>
              </a:rPr>
              <a:t>Goals &amp; Content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03420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Microsoft YaHei"/>
                <a:ea typeface="Microsoft YaHei"/>
              </a:rPr>
              <a:t>目标: 找出 CVE-2023-4039 这类静默失效; 内容: 不变量 → 预言机 → LLM 种子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研究目标与内容 — 研究目标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找出 GCC / LLVM 中 CVE-2023-4039 这类静默失效, 输出可被上游确认的真实缺陷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78992"/>
            <a:ext cx="8503920" cy="777240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078992"/>
            <a:ext cx="73152" cy="77724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5E20"/>
                </a:solidFill>
                <a:latin typeface="Microsoft YaHei"/>
                <a:ea typeface="Microsoft YaHei"/>
              </a:rPr>
              <a:t>目标参照: </a:t>
            </a:r>
            <a:r>
              <a:rPr sz="1150" b="1" i="0">
                <a:solidFill>
                  <a:srgbClr val="C62828"/>
                </a:solidFill>
                <a:latin typeface="Microsoft YaHei"/>
                <a:ea typeface="Microsoft YaHei"/>
              </a:rPr>
              <a:t>CVE-2023-4039</a:t>
            </a:r>
            <a:r>
              <a:rPr sz="1150" b="0" i="1">
                <a:solidFill>
                  <a:srgbClr val="555555"/>
                </a:solidFill>
                <a:latin typeface="Microsoft YaHei"/>
                <a:ea typeface="Microsoft YaHei"/>
              </a:rPr>
              <a:t>  ·  AArch64 上 </a:t>
            </a:r>
            <a:r>
              <a:rPr sz="1150" b="0" i="1">
                <a:solidFill>
                  <a:srgbClr val="555555"/>
                </a:solidFill>
                <a:latin typeface="Microsoft YaHei"/>
                <a:ea typeface="Microsoft YaHei"/>
              </a:rPr>
              <a:t>-fstack-protector</a:t>
            </a:r>
            <a:r>
              <a:rPr sz="1150" b="0" i="1">
                <a:solidFill>
                  <a:srgbClr val="555555"/>
                </a:solidFill>
                <a:latin typeface="Microsoft YaHei"/>
                <a:ea typeface="Microsoft YaHei"/>
              </a:rPr>
              <a:t> 形同虚设, 编译时无错、运行时正常, 但 canary 已被绕开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63040"/>
            <a:ext cx="822960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本课题以「防御机制是否仍满足安全契约」为新判据, 替代传统的 crash / 差分预言机, 在「机制 × ISA」矩阵上系统性地暴露此类「双重无声」失效。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20824"/>
            <a:ext cx="2724912" cy="2958084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020824"/>
            <a:ext cx="272491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39696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FFC107"/>
                </a:solidFill>
                <a:latin typeface="Microsoft YaHei"/>
                <a:ea typeface="Microsoft YaHei"/>
              </a:rPr>
              <a:t>G (a)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386584"/>
            <a:ext cx="239572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Microsoft YaHei"/>
                <a:ea typeface="Microsoft YaHei"/>
              </a:rPr>
              <a:t>安全不变量集合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98064"/>
            <a:ext cx="2359152" cy="20894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覆盖主流防御机制 (canary · FORTIFY · IBT 等)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每条不变量给出可机器判定的证据形式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GCC 与 LLVM 共用同一描述结构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9544" y="2020824"/>
            <a:ext cx="2724912" cy="2958084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9544" y="2020824"/>
            <a:ext cx="272491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2139696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FFC107"/>
                </a:solidFill>
                <a:latin typeface="Microsoft YaHei"/>
                <a:ea typeface="Microsoft YaHei"/>
              </a:rPr>
              <a:t>G (b)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386584"/>
            <a:ext cx="239572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Microsoft YaHei"/>
                <a:ea typeface="Microsoft YaHei"/>
              </a:rPr>
              <a:t>Fuzzer 原型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2798064"/>
            <a:ext cx="2359152" cy="20894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同时面向 GCC 与 LLVM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跨 ISA: x86-64 · AArch64 · RISC-V · LoongArch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防御机制相关代码覆盖率为推进信号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由 LLM 完成精细变异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9048" y="2020824"/>
            <a:ext cx="2724912" cy="2958084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9048" y="2020824"/>
            <a:ext cx="272491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2139696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FFC107"/>
                </a:solidFill>
                <a:latin typeface="Microsoft YaHei"/>
                <a:ea typeface="Microsoft YaHei"/>
              </a:rPr>
              <a:t>G (c)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386584"/>
            <a:ext cx="239572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Microsoft YaHei"/>
                <a:ea typeface="Microsoft YaHei"/>
              </a:rPr>
              <a:t>真实缺陷验证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1928" y="2798064"/>
            <a:ext cx="2359152" cy="20894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发现 CVE-2023-4039 类的静默失效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推动上游确认与回归测试合入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验证方法的跨编译器迁移性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研究目标与内容 — 研究内容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三项工作: 不变量调研 → 预言机工程化 → LLM × 覆盖率联合驱动</a:t>
            </a:r>
          </a:p>
        </p:txBody>
      </p:sp>
      <p:pic>
        <p:nvPicPr>
          <p:cNvPr id="8" name="Picture 7" descr="pipeline.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78992"/>
            <a:ext cx="7680960" cy="17629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860181"/>
            <a:ext cx="7680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图 4: 研究内容总览 — 不变量为基础, 预言机给判据, LLM × 覆盖率把测试推进到机制代码路径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134501"/>
            <a:ext cx="2724912" cy="1844407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3134501"/>
            <a:ext cx="272491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324422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5E20"/>
                </a:solidFill>
                <a:latin typeface="Microsoft YaHei"/>
                <a:ea typeface="Microsoft YaHe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280805"/>
            <a:ext cx="20848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安全不变量调研与形式化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701429"/>
            <a:ext cx="2395728" cy="12043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三类来源: 源码注释 · 官方文档 · 历史 bug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统一字段: 陈述 · 证据 · 版本敏感性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9544" y="3134501"/>
            <a:ext cx="2724912" cy="1844407"/>
          </a:xfrm>
          <a:prstGeom prst="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9544" y="3134501"/>
            <a:ext cx="2724912" cy="457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324422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565C0"/>
                </a:solidFill>
                <a:latin typeface="Microsoft YaHei"/>
                <a:ea typeface="Microsoft YaHei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280805"/>
            <a:ext cx="20848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565C0"/>
                </a:solidFill>
                <a:latin typeface="Microsoft YaHei"/>
                <a:ea typeface="Microsoft YaHei"/>
              </a:rPr>
              <a:t>不变量到预言机的工程化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3701429"/>
            <a:ext cx="2395728" cy="12043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静态: ELF 符号 · 指令字节 · .note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动态: 受控执行 · 二分搜索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任一 Fail 即记机制级违例 + 开/关对照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9048" y="3134501"/>
            <a:ext cx="2724912" cy="1844407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9048" y="3134501"/>
            <a:ext cx="2724912" cy="4572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24422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5E20"/>
                </a:solidFill>
                <a:latin typeface="Microsoft YaHei"/>
                <a:ea typeface="Microsoft YaHei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280805"/>
            <a:ext cx="20848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LLM × 覆盖率主循环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701429"/>
            <a:ext cx="2395728" cy="12043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按「未覆盖 × 机制相关性」挑目标基本块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机制契约 + 目标上下文 → LLM 生成种子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• 新覆盖但未命中: 定位发散点回喂模型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0116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C8E6C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121408"/>
            <a:ext cx="73152" cy="86868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2057400"/>
            <a:ext cx="5669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B5E20"/>
                </a:solidFill>
                <a:latin typeface="Microsoft YaHei"/>
                <a:ea typeface="Microsoft YaHei"/>
              </a:rPr>
              <a:t>研究方案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697480"/>
            <a:ext cx="5669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Microsoft YaHei"/>
                <a:ea typeface="Microsoft YaHei"/>
              </a:rPr>
              <a:t>Technical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03420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Microsoft YaHei"/>
                <a:ea typeface="Microsoft YaHei"/>
              </a:rPr>
              <a:t>总体架构 → 预言机框架 → LLM × 覆盖率主循环 × 跨架构调度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研究方案 — 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Fuzz 引擎为骨干, LLM × 编译器 × 预言机三子系统协同</a:t>
            </a:r>
          </a:p>
        </p:txBody>
      </p:sp>
      <p:pic>
        <p:nvPicPr>
          <p:cNvPr id="8" name="Picture 7" descr="architecture.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106424"/>
            <a:ext cx="5120640" cy="2480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3623930"/>
            <a:ext cx="5120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图 5: 总体架构 — 子系统分工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898250"/>
            <a:ext cx="8503920" cy="1098946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3953114"/>
            <a:ext cx="8174736" cy="9892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• Fuzz 引擎: 主循环调度 + 提示词组装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• 编译器子系统: 封装插桩 GCC / LLVM, 统一「行级覆盖 → 种子 ID」映射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• 预言机子系统: 按机制聚合检查器, 输出安全判定; 配置模块按「机制 · ISA · flag」三元组下发任务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研究方案 — 预言机框架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静态 + 动态检查器, 聚合后回答「防御是否仍有效」</a:t>
            </a:r>
          </a:p>
        </p:txBody>
      </p:sp>
      <p:pic>
        <p:nvPicPr>
          <p:cNvPr id="8" name="Picture 7" descr="oracle-flow.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2424463" cy="3177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247388"/>
            <a:ext cx="24244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图 6: 预言机判定流程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1703" y="1051560"/>
            <a:ext cx="5622257" cy="1506474"/>
          </a:xfrm>
          <a:prstGeom prst="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1703" y="1051560"/>
            <a:ext cx="73152" cy="150647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4583" y="1143000"/>
            <a:ext cx="53479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Microsoft YaHei"/>
                <a:ea typeface="Microsoft YaHei"/>
              </a:rPr>
              <a:t>静态检查器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4583" y="1508760"/>
            <a:ext cx="5347937" cy="1003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ELF 符号表断言 (如 __stack_chk_fail 是否被引用)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指令字节模式扫描 (如 endbr 出现位置)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.note 段属性核对 (CET / BTI 标志位)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1703" y="2722626"/>
            <a:ext cx="5622257" cy="1506474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1703" y="2722626"/>
            <a:ext cx="73152" cy="1506474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4583" y="2814066"/>
            <a:ext cx="53479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动态检查器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4583" y="3179826"/>
            <a:ext cx="5347937" cy="1003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受控执行 + 二分搜索, 观察越界写入是否被拦截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内联汇编探针, 检测寄存器残留 (canary 泄漏判据)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• QEMU-user 跨架构跑同一颗种子做对照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6572"/>
            <a:ext cx="8503920" cy="457200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576572"/>
            <a:ext cx="73152" cy="457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22292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Microsoft YaHei"/>
                <a:ea typeface="Microsoft YaHei"/>
              </a:rPr>
              <a:t>聚合判定与对照实验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32604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检查器返回 Pass / Fail / Error; 任一 Fail 即记机制级违例并附证据; 同时跑开/关机制两套 flag 做对照, 避免与编译器缺省行为混淆。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研究方案 — LLM × 覆盖率主循环 + 跨架构调度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单轮迭代: 选目标 → LLM 变异 → 预言机 / 覆盖率反馈; 同一种子多后端对照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07592"/>
            <a:ext cx="2602992" cy="109728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07592"/>
            <a:ext cx="260299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" y="1435608"/>
            <a:ext cx="420624" cy="420624"/>
          </a:xfrm>
          <a:prstGeom prst="ellipse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356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182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选目标基本块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19072"/>
            <a:ext cx="18257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CFG + 防御机制相关性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02536"/>
            <a:ext cx="22372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未覆盖 × 与防御逻辑关联高的基本块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923032" y="1700784"/>
            <a:ext cx="347472" cy="310896"/>
          </a:xfrm>
          <a:prstGeom prst="rightArrow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70504" y="1307592"/>
            <a:ext cx="2602992" cy="109728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70504" y="1307592"/>
            <a:ext cx="260299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07664" y="1435608"/>
            <a:ext cx="420624" cy="420624"/>
          </a:xfrm>
          <a:prstGeom prst="ellipse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7664" y="14356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28872" y="1444752"/>
            <a:ext cx="182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LLM 变异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8872" y="1719072"/>
            <a:ext cx="18257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机制契约 + 目标上下文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3384" y="2002536"/>
            <a:ext cx="22372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目标函数源码 · 覆盖标注 · 示例种子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73496" y="1700784"/>
            <a:ext cx="347472" cy="310896"/>
          </a:xfrm>
          <a:prstGeom prst="rightArrow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0968" y="1307592"/>
            <a:ext cx="2602992" cy="109728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0968" y="1307592"/>
            <a:ext cx="2602992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8128" y="1435608"/>
            <a:ext cx="420624" cy="420624"/>
          </a:xfrm>
          <a:prstGeom prst="ellipse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128" y="14356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9336" y="1444752"/>
            <a:ext cx="1825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预言机 + 覆盖率反馈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9336" y="1719072"/>
            <a:ext cx="18257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新覆盖 / 命中目标 / 触发 bug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3848" y="2002536"/>
            <a:ext cx="22372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任一为真即保存; 否则定位发散点回喂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816352"/>
            <a:ext cx="8503920" cy="2144268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2816352"/>
            <a:ext cx="73152" cy="214426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895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Microsoft YaHei"/>
                <a:ea typeface="Microsoft YaHei"/>
              </a:rPr>
              <a:t>跨架构与编译选项调度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182112"/>
            <a:ext cx="8229600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• 配置模块按「机制 · ISA · flag」三元组下发任务; 同一颗种子分发至 x86-64 / AArch64 / RISC-V / LoongArch 后端经 QEMU 执行。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• 开/关机制双 flag profile 对照, 把检查器输出与编译器缺省行为区分开。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201168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C8E6C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121408"/>
            <a:ext cx="73152" cy="86868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2057400"/>
            <a:ext cx="5669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B5E20"/>
                </a:solidFill>
                <a:latin typeface="Microsoft YaHei"/>
                <a:ea typeface="Microsoft YaHei"/>
              </a:rPr>
              <a:t>现有成果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697480"/>
            <a:ext cx="5669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Microsoft YaHei"/>
                <a:ea typeface="Microsoft YaHei"/>
              </a:rPr>
              <a:t>Preliminary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03420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Microsoft YaHei"/>
                <a:ea typeface="Microsoft YaHei"/>
              </a:rPr>
              <a:t>已在 GCC 多 ISA × 多版本上发现 3 例已上报缺陷, 其中 2 例已合入 master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现有成果 — GCC 上的三例静默失效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已在 GCC 多版本 × 多 ISA 上发现 3 例已上报缺陷, 其中 2 例已合入 master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24712"/>
            <a:ext cx="2724912" cy="3259836"/>
          </a:xfrm>
          <a:prstGeom prst="rect">
            <a:avLst/>
          </a:prstGeom>
          <a:solidFill>
            <a:srgbClr val="FFEBEE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24712"/>
            <a:ext cx="2724912" cy="45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25272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FFC107"/>
                </a:solidFill>
                <a:latin typeface="Microsoft YaHei"/>
                <a:ea typeface="Microsoft YaHei"/>
              </a:rPr>
              <a:t>Bug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508760"/>
            <a:ext cx="23957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333333"/>
                </a:solidFill>
                <a:latin typeface="Microsoft YaHei"/>
                <a:ea typeface="Microsoft YaHei"/>
              </a:rPr>
              <a:t>_FORTIFY_SOURCE size 静默放宽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039112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位置: </a:t>
            </a: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tree-ssa-strlen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258568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上游: </a:t>
            </a:r>
            <a:r>
              <a:rPr sz="950" b="1" i="0">
                <a:solidFill>
                  <a:srgbClr val="333333"/>
                </a:solidFill>
                <a:latin typeface="Microsoft YaHei"/>
                <a:ea typeface="Microsoft YaHei"/>
              </a:rPr>
              <a:t>PR-125079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542032"/>
            <a:ext cx="2395728" cy="13853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strlen pass 把 __strcat_chk 改写为 __stpcpy_chk 时, 第三个 size 参数没有按 strlen(dst) 减小, 运行时上限被悄悄放宽。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018788"/>
            <a:ext cx="2724912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4018788"/>
            <a:ext cx="2505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B5E20"/>
                </a:solidFill>
                <a:latin typeface="Microsoft YaHei"/>
                <a:ea typeface="Microsoft YaHei"/>
              </a:rPr>
              <a:t>✓ 已合入 master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9544" y="1124712"/>
            <a:ext cx="2724912" cy="3259836"/>
          </a:xfrm>
          <a:prstGeom prst="rect">
            <a:avLst/>
          </a:prstGeom>
          <a:solidFill>
            <a:srgbClr val="FFEBEE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9544" y="1124712"/>
            <a:ext cx="2724912" cy="45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125272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FFC107"/>
                </a:solidFill>
                <a:latin typeface="Microsoft YaHei"/>
                <a:ea typeface="Microsoft YaHei"/>
              </a:rPr>
              <a:t>Bug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1508760"/>
            <a:ext cx="23957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333333"/>
                </a:solidFill>
                <a:latin typeface="Microsoft YaHei"/>
                <a:ea typeface="Microsoft YaHei"/>
              </a:rPr>
              <a:t>IBT endbr 字节模式漏检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2039112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位置: </a:t>
            </a: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x86 后端 endbr 谓词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2258568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上游: </a:t>
            </a:r>
            <a:r>
              <a:rPr sz="950" b="1" i="0">
                <a:solidFill>
                  <a:srgbClr val="333333"/>
                </a:solidFill>
                <a:latin typeface="Microsoft YaHei"/>
                <a:ea typeface="Microsoft YaHei"/>
              </a:rPr>
              <a:t>PR-125084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2542032"/>
            <a:ext cx="2395728" cy="13853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扫描循环在「立即数高位非零」时提前退出, endbr64 字节排布在高位即可绕过检测, .text 中混入伪 landing pad。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9544" y="4018788"/>
            <a:ext cx="2724912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19272" y="4018788"/>
            <a:ext cx="2505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65100"/>
                </a:solidFill>
                <a:latin typeface="Microsoft YaHei"/>
                <a:ea typeface="Microsoft YaHei"/>
              </a:rPr>
              <a:t>⏳ 等待维护者回复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9048" y="1124712"/>
            <a:ext cx="2724912" cy="3259836"/>
          </a:xfrm>
          <a:prstGeom prst="rect">
            <a:avLst/>
          </a:prstGeom>
          <a:solidFill>
            <a:srgbClr val="FFEBEE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9048" y="1124712"/>
            <a:ext cx="2724912" cy="45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25272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FFC107"/>
                </a:solidFill>
                <a:latin typeface="Microsoft YaHei"/>
                <a:ea typeface="Microsoft YaHei"/>
              </a:rPr>
              <a:t>Bug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508760"/>
            <a:ext cx="23957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333333"/>
                </a:solidFill>
                <a:latin typeface="Microsoft YaHei"/>
                <a:ea typeface="Microsoft YaHei"/>
              </a:rPr>
              <a:t>多 ISA canary 寄存器残留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039112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位置: </a:t>
            </a:r>
            <a:r>
              <a:rPr sz="950" b="0" i="0">
                <a:solidFill>
                  <a:srgbClr val="333333"/>
                </a:solidFill>
                <a:latin typeface="Microsoft YaHei"/>
                <a:ea typeface="Microsoft YaHei"/>
              </a:rPr>
              <a:t>通用 SSP fallback 后端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258568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上游: </a:t>
            </a:r>
            <a:r>
              <a:rPr sz="950" b="1" i="0">
                <a:solidFill>
                  <a:srgbClr val="333333"/>
                </a:solidFill>
                <a:latin typeface="Microsoft YaHei"/>
                <a:ea typeface="Microsoft YaHei"/>
              </a:rPr>
              <a:t>PR-125045 (meta) · PR-125049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542032"/>
            <a:ext cx="2395728" cy="13853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MIPS / LoongArch 等 ISA 的 fallback 后端在 epilogue 未清零 canary 寄存器, __stack_chk_guard 在返回时残留。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8" y="4018788"/>
            <a:ext cx="2724912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8776" y="4018788"/>
            <a:ext cx="25054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B5E20"/>
                </a:solidFill>
                <a:latin typeface="Microsoft YaHei"/>
                <a:ea typeface="Microsoft YaHei"/>
              </a:rPr>
              <a:t>✓ LoongArch 子例已合入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4668012"/>
            <a:ext cx="8503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实验范围: GCC × {aarch64-v12.2 · aarch64-v15.2 · x86_64-v15.2 · loongarch64-v15.2}; LLVM 接入与其他防御机制 (SafeStack / PAC / BTI / Shadow Stack) 在下一阶段展开。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现有成果 — Canary 寄存器残留: 原理与历史教训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Canary 值不得泄漏 — 因此存储 canary 的寄存器必须在函数返回前清零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24712"/>
            <a:ext cx="4151376" cy="3186684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24712"/>
            <a:ext cx="4151376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252728"/>
            <a:ext cx="3822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Canary 寄存器为何必须清零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27632"/>
            <a:ext cx="3785616" cy="2592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① Canary 值来自 </a:t>
            </a:r>
            <a:r>
              <a:rPr sz="1050" b="1" i="0">
                <a:solidFill>
                  <a:srgbClr val="1B5E20"/>
                </a:solidFill>
                <a:latin typeface="Microsoft YaHei"/>
                <a:ea typeface="Microsoft YaHei"/>
              </a:rPr>
              <a:t>__stack_chk_guard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, 同一进程或线程内多次复用。一旦攻击者拿到这个值, 后续金丝雀检查全部形同失效。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② Canary 必须频繁进入寄存器: 函数序言中加载、对照前比较、写存到栈帧。这些操作都会让 canary 值短暂出现在通用寄存器里。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③ 因此安全规范要求: </a:t>
            </a:r>
            <a:r>
              <a:rPr sz="1050" b="1" i="0">
                <a:solidFill>
                  <a:srgbClr val="1B5E20"/>
                </a:solidFill>
                <a:latin typeface="Microsoft YaHei"/>
                <a:ea typeface="Microsoft YaHei"/>
              </a:rPr>
              <a:t>存储过 canary 的寄存器, 函数返回前必须显式清零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; 否则 canary 值会随返回值泄漏给调用者乃至攻击者。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72584" y="1124712"/>
            <a:ext cx="4151376" cy="3186684"/>
          </a:xfrm>
          <a:prstGeom prst="rect">
            <a:avLst/>
          </a:prstGeom>
          <a:solidFill>
            <a:srgbClr val="FFF8E1"/>
          </a:solidFill>
          <a:ln w="9525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1124712"/>
            <a:ext cx="4151376" cy="4572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37176" y="1252728"/>
            <a:ext cx="3822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历史教训: ARM 已经踩过这个坑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627632"/>
            <a:ext cx="3785616" cy="2592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2020 年 </a:t>
            </a:r>
            <a:r>
              <a:rPr sz="1050" b="1" i="0">
                <a:solidFill>
                  <a:srgbClr val="1B5E20"/>
                </a:solidFill>
                <a:latin typeface="Microsoft YaHei"/>
                <a:ea typeface="Microsoft YaHei"/>
              </a:rPr>
              <a:t>PR-96191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 修复了 ARM / AArch64 的 canary 寄存器残留, 在 epilogue 中显式清零承载 canary 的寄存器。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但 GCC 的通用 SSP fallback 后端并未被同步修复, MIPS / LoongArch / xtensa / csky 等 ISA 走的是 fallback 路径。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这条同源遗漏在 5 年内无人察觉 — 因为程序不崩溃、二进制看起来仍带 canary, 但 </a:t>
            </a:r>
            <a:r>
              <a:rPr sz="1050" b="1" i="0">
                <a:solidFill>
                  <a:srgbClr val="C62828"/>
                </a:solidFill>
                <a:latin typeface="Microsoft YaHei"/>
                <a:ea typeface="Microsoft YaHei"/>
              </a:rPr>
              <a:t>guard 值随时可能从寄存器漏出来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576572"/>
            <a:ext cx="850392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4631436"/>
            <a:ext cx="817473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Microsoft YaHei"/>
                <a:ea typeface="Microsoft YaHei"/>
              </a:rPr>
              <a:t>我们的做法: </a:t>
            </a:r>
            <a:r>
              <a:rPr sz="1100" b="0" i="0">
                <a:solidFill>
                  <a:srgbClr val="333333"/>
                </a:solidFill>
                <a:latin typeface="Microsoft YaHei"/>
                <a:ea typeface="Microsoft YaHei"/>
              </a:rPr>
              <a:t>把「epilogue 必须 scrub canary 寄存器」这条规则形式化为一条动态不变量, 作为预言机检查器的判据 — 详见下页。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现有成果 — 用内联汇编 checker 触发多 ISA 泄漏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4814316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92912"/>
            <a:ext cx="54864" cy="1905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667512"/>
            <a:ext cx="8375904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动态 checker 发现 LoongArch / MIPS 仍存在泄漏; LoongArch 维护者认定为严重漏洞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06424"/>
            <a:ext cx="4114800" cy="3003804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06424"/>
            <a:ext cx="4114800" cy="457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234440"/>
            <a:ext cx="37856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Microsoft YaHei"/>
                <a:ea typeface="Microsoft YaHei"/>
              </a:rPr>
              <a:t>动态 checker 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3749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在受测函数返回前插入内联汇编探针, 把候选寄存器的当前值与 </a:t>
            </a:r>
            <a:r>
              <a:rPr sz="1050" b="1" i="0">
                <a:solidFill>
                  <a:srgbClr val="1B5E20"/>
                </a:solidFill>
                <a:latin typeface="Microsoft YaHei"/>
                <a:ea typeface="Microsoft YaHei"/>
              </a:rPr>
              <a:t>__stack_chk_guard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 比较; 命中即判定为 </a:t>
            </a:r>
            <a:r>
              <a:rPr sz="1050" b="1" i="0">
                <a:solidFill>
                  <a:srgbClr val="C62828"/>
                </a:solidFill>
                <a:latin typeface="Microsoft YaHei"/>
                <a:ea typeface="Microsoft YaHei"/>
              </a:rPr>
              <a:t>Fail (canary 泄漏)</a:t>
            </a:r>
            <a:r>
              <a:rPr sz="1050" b="0" i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" y="2734056"/>
            <a:ext cx="3785616" cy="1312164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2788920"/>
            <a:ext cx="36027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66666"/>
                </a:solidFill>
                <a:latin typeface="Microsoft YaHei"/>
                <a:ea typeface="Microsoft YaHei"/>
              </a:rPr>
              <a:t>LoongArch 探针示例 (PR-125049)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008376"/>
            <a:ext cx="3602736" cy="982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Courier New"/>
                <a:ea typeface="Microsoft YaHei"/>
              </a:rPr>
              <a:t>asm volatile (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Courier New"/>
                <a:ea typeface="Microsoft YaHei"/>
              </a:rPr>
              <a:t>    "la.local $t1, __stack_chk_guard\n"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Courier New"/>
                <a:ea typeface="Microsoft YaHei"/>
              </a:rPr>
              <a:t>    "ld.d   $t1, $t1, 0\n"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Courier New"/>
                <a:ea typeface="Microsoft YaHei"/>
              </a:rPr>
              <a:t>    "beq    $t1, $r12, leaked\n"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Courier New"/>
                <a:ea typeface="Microsoft YaHei"/>
              </a:rPr>
              <a:t>);  // 返回前若 $r12 还存着 guard 值 → 泄漏</a:t>
            </a:r>
          </a:p>
        </p:txBody>
      </p:sp>
      <p:pic>
        <p:nvPicPr>
          <p:cNvPr id="15" name="Picture 14" descr="gcc-dev-sev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259333"/>
            <a:ext cx="4187952" cy="244195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36008" y="3737863"/>
            <a:ext cx="41879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Microsoft YaHei"/>
                <a:ea typeface="Microsoft YaHei"/>
              </a:rPr>
              <a:t>图 7: LoongArch 维护者邮件 (PR-125049 patch review)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375404"/>
            <a:ext cx="8503920" cy="658368"/>
          </a:xfrm>
          <a:prstGeom prst="rect">
            <a:avLst/>
          </a:prstGeom>
          <a:solidFill>
            <a:srgbClr val="E8F5E9"/>
          </a:solidFill>
          <a:ln w="9525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375404"/>
            <a:ext cx="73152" cy="658368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3026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  <a:latin typeface="Microsoft YaHei"/>
                <a:ea typeface="Microsoft YaHei"/>
              </a:rPr>
              <a:t>上游反馈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8012"/>
            <a:ext cx="82296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LoongArch 维护者 Xi Ruoyao 将其确认为 </a:t>
            </a:r>
            <a:r>
              <a:rPr sz="1000" b="1" i="0">
                <a:solidFill>
                  <a:srgbClr val="C62828"/>
                </a:solidFill>
                <a:latin typeface="Microsoft YaHei"/>
                <a:ea typeface="Microsoft YaHei"/>
              </a:rPr>
              <a:t>"severe security vulnerability"</a:t>
            </a:r>
            <a:r>
              <a:rPr sz="1000" b="0" i="0">
                <a:solidFill>
                  <a:srgbClr val="333333"/>
                </a:solidFill>
                <a:latin typeface="Microsoft YaHei"/>
                <a:ea typeface="Microsoft YaHei"/>
              </a:rPr>
              <a:t>, 决定把修复 backport 至旧版本 GCC; meta-bug PR-125045 跟踪的其他 ISA 子例正在依次上报。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DeFuzz: LLM 驱动的编译器软件防御机制模糊测试</dc:title>
  <dc:subject>硕士学位论文开题答辩</dc:subject>
  <dc:creator>DeFuzz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