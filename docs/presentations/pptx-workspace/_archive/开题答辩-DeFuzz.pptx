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660" y="100584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5E20"/>
                </a:solidFill>
                <a:latin typeface="Arial"/>
                <a:ea typeface="Microsoft YaHei"/>
              </a:rPr>
              <a:t>DeFuzz: LLM 驱动的编译器软件防御机制模糊测试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Arial"/>
                <a:ea typeface="Microsoft YaHei"/>
              </a:rPr>
              <a:t>硕士学位论文开题答辩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Arial"/>
                <a:ea typeface="Microsoft YaHei"/>
              </a:rPr>
              <a:t>答辩人: XXX    导师: XXX    2026 年 2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1. 研究背景 — 编译器软件防御机制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编译器为用户代码生成的软件防御机制, 是系统安全的关键防线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4137660" cy="29260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78992"/>
            <a:ext cx="39547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</a:rPr>
              <a:t>主流编译器防御机制 (DeFuzz 覆盖面)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26464"/>
            <a:ext cx="4137660" cy="566928"/>
          </a:xfrm>
          <a:prstGeom prst="rect">
            <a:avLst/>
          </a:prstGeom>
          <a:solidFill>
            <a:srgbClr val="E8F5E9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26464"/>
            <a:ext cx="73152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481328"/>
            <a:ext cx="39090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Arial"/>
                <a:ea typeface="Microsoft YaHei"/>
              </a:rPr>
              <a:t>Stack Canary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719072"/>
            <a:ext cx="3909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Arial"/>
                <a:ea typeface="Microsoft YaHei"/>
              </a:rPr>
              <a:t>栈保护 canary, 检测缓冲区溢出覆盖返回地址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66544"/>
            <a:ext cx="4137660" cy="566928"/>
          </a:xfrm>
          <a:prstGeom prst="rect">
            <a:avLst/>
          </a:prstGeom>
          <a:solidFill>
            <a:srgbClr val="E8F5E9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066544"/>
            <a:ext cx="73152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121408"/>
            <a:ext cx="39090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Arial"/>
                <a:ea typeface="Microsoft YaHei"/>
              </a:rPr>
              <a:t>FORTIFY_SOURCE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359152"/>
            <a:ext cx="3909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Arial"/>
                <a:ea typeface="Microsoft YaHei"/>
              </a:rPr>
              <a:t>对 memcpy / strcpy / strcat 等注入 _chk 变体做边界检查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06624"/>
            <a:ext cx="4137660" cy="566928"/>
          </a:xfrm>
          <a:prstGeom prst="rect">
            <a:avLst/>
          </a:prstGeom>
          <a:solidFill>
            <a:srgbClr val="E8F5E9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06624"/>
            <a:ext cx="73152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761488"/>
            <a:ext cx="39090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Arial"/>
                <a:ea typeface="Microsoft YaHei"/>
              </a:rPr>
              <a:t>CET-IBT / BTI / PAC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2999232"/>
            <a:ext cx="3909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Arial"/>
                <a:ea typeface="Microsoft YaHei"/>
              </a:rPr>
              <a:t>控制流完整性: 间接跳转 landing pad + 指针鉴权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46704"/>
            <a:ext cx="4137660" cy="566928"/>
          </a:xfrm>
          <a:prstGeom prst="rect">
            <a:avLst/>
          </a:prstGeom>
          <a:solidFill>
            <a:srgbClr val="E8F5E9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46704"/>
            <a:ext cx="73152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401568"/>
            <a:ext cx="39090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Arial"/>
                <a:ea typeface="Microsoft YaHei"/>
              </a:rPr>
              <a:t>SafeStack / ShadowStack / StackClash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639312"/>
            <a:ext cx="39090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55555"/>
                </a:solidFill>
                <a:latin typeface="Arial"/>
                <a:ea typeface="Microsoft YaHei"/>
              </a:rPr>
              <a:t>栈硬化: 分离敏感栈 + 探针防跨越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6300" y="1078992"/>
            <a:ext cx="4137660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7740" y="1078992"/>
            <a:ext cx="39547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  <a:ea typeface="Microsoft YaHei"/>
              </a:rPr>
              <a:t>问题: 静默的逻辑漏洞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6300" y="1426464"/>
            <a:ext cx="4137660" cy="77724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3460" y="1499616"/>
            <a:ext cx="3863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无崩溃 · 无报错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3460" y="1773936"/>
            <a:ext cx="38633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防御机制失效时程序表面行为正常, 漏洞潜伏在 compiler backend 与 libc runtime 之间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6300" y="2276856"/>
            <a:ext cx="4137660" cy="77724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3460" y="2350008"/>
            <a:ext cx="3863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传统 crash-oracle 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3460" y="2624328"/>
            <a:ext cx="38633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AFL / libFuzzer 依赖段错误、assertion、ASan 报错, 对 ' 编译器没按规范生成防护代码 ' 无感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6300" y="3127248"/>
            <a:ext cx="4137660" cy="77724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3460" y="3200400"/>
            <a:ext cx="3863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安全影响巨大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460" y="3474720"/>
            <a:ext cx="38633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单个 bug 可使整类二进制的安全保证沦为纸糊, 典型代价参见 CVE-2023-4039 (AArch64 canary 绕过)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2. 研究现状 — LLM 驱动的编译器 Fuzzing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近年 LLM 引入编译器 fuzzing, 但聚焦优化正确性, 未覆盖软件防御机制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4137660" cy="38404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39547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Microsoft YaHei"/>
              </a:rPr>
              <a:t>WhiteFox (OSDI'24)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4137660" cy="194767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3771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1B5E20"/>
                </a:solidFill>
                <a:latin typeface="Arial"/>
                <a:ea typeface="Microsoft YaHei"/>
              </a:rPr>
              <a:t>LLM 引导路径触发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83664"/>
            <a:ext cx="37719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用 LLM 阅读优化 pass 源码, 生成触发特定优化的 C 程序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擅长 miscompile 等 observable bug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依赖手工编写优化规则, 覆盖面有限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6300" y="1078992"/>
            <a:ext cx="4137660" cy="38404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3460" y="1078992"/>
            <a:ext cx="39547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  <a:ea typeface="Microsoft YaHei"/>
              </a:rPr>
              <a:t>HLPFuzz (ICSE'25)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6300" y="1463040"/>
            <a:ext cx="4137660" cy="1947672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9180" y="1554480"/>
            <a:ext cx="37719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1B5E20"/>
                </a:solidFill>
                <a:latin typeface="Arial"/>
                <a:ea typeface="Microsoft YaHei"/>
              </a:rPr>
              <a:t>LLM 变异 + 覆盖率引导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1883664"/>
            <a:ext cx="37719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把 LLM 作为变异算子与覆盖率 fuzzer 混合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聚焦语义 bug (crash / miscompile), 以 crash oracle 为主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缺少 invariant 级别的防御机制语义契约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547872"/>
            <a:ext cx="850392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547872"/>
            <a:ext cx="73152" cy="658368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2102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Arial"/>
                <a:ea typeface="Microsoft YaHei"/>
              </a:rPr>
              <a:t>共同局限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77056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现有工作均无针对 '软件防御机制是否被编译器正确生成并维持有效' 的形式化 oracle —— 这恰是编译器安全链路上最脆弱、也最难自动化检测的环节。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3. 研究动机 — 编译器自身的防御实现仍在出错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真实案例: FORTIFY_SOURCE 在 GCC 的优化路径上静默失效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FORTIFY_SOURCE 把 strcpy / strcat 等函数替换成 __*_chk 变体, 运行时比对目标缓冲区容量与写入长度 —— 一旦 GCC 改写错了 _chk 参数, 这层保护就默默失效。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8503920" cy="13716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2763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65100"/>
                </a:solidFill>
                <a:latin typeface="Arial"/>
                <a:ea typeface="Microsoft YaHei"/>
              </a:rPr>
              <a:t>GCC 对 strcat 调用的改写链 (FORTIFY_SOURCE=2)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" y="1993392"/>
            <a:ext cx="2331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039112"/>
            <a:ext cx="2240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B5E20"/>
                </a:solidFill>
                <a:latin typeface="Arial"/>
                <a:ea typeface="Microsoft YaHei"/>
              </a:rPr>
              <a:t>strcat(dst, src)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359152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555555"/>
                </a:solidFill>
                <a:latin typeface="Arial"/>
                <a:ea typeface="Microsoft YaHei"/>
              </a:rPr>
              <a:t>用户原始调用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86100" y="2176272"/>
            <a:ext cx="320040" cy="274320"/>
          </a:xfrm>
          <a:prstGeom prst="rightArrow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6140" y="1993392"/>
            <a:ext cx="233172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1860" y="2039112"/>
            <a:ext cx="2240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B5E20"/>
                </a:solidFill>
                <a:latin typeface="Arial"/>
                <a:ea typeface="Microsoft YaHei"/>
              </a:rPr>
              <a:t>__strcat_chk(dst, src, objsize)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1860" y="2359152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555555"/>
                </a:solidFill>
                <a:latin typeface="Arial"/>
                <a:ea typeface="Microsoft YaHei"/>
              </a:rPr>
              <a:t>安全改写 (FORTIFY wrapper)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37860" y="2176272"/>
            <a:ext cx="320040" cy="274320"/>
          </a:xfrm>
          <a:prstGeom prst="rightArrow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57900" y="1993392"/>
            <a:ext cx="233172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3620" y="2039112"/>
            <a:ext cx="2240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C62828"/>
                </a:solidFill>
                <a:latin typeface="Arial"/>
                <a:ea typeface="Microsoft YaHei"/>
              </a:rPr>
              <a:t>__stpcpy_chk(dst+strlen(dst), src, objsize)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3620" y="2359152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555555"/>
                </a:solidFill>
                <a:latin typeface="Arial"/>
                <a:ea typeface="Microsoft YaHei"/>
              </a:rPr>
              <a:t>性能改写 (tree-ssa-strlen)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3347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Arial"/>
                <a:ea typeface="Microsoft YaHei"/>
              </a:rPr>
              <a:t>第三个参数 objsize </a:t>
            </a: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应为 </a:t>
            </a:r>
            <a:r>
              <a:rPr sz="1000" b="1" i="0">
                <a:solidFill>
                  <a:srgbClr val="C62828"/>
                </a:solidFill>
                <a:latin typeface="Arial"/>
                <a:ea typeface="Microsoft YaHei"/>
              </a:rPr>
              <a:t>objsize - strlen(dst)</a:t>
            </a: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 —— 优化路径没有调整, bound 仍按原缓冲区大小, 保护静默退化。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90672"/>
            <a:ext cx="8503920" cy="530352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090672"/>
            <a:ext cx="73152" cy="5303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上游状态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649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已被 GCC 确认并 patch 进 master 分支, gcc 16.1+ 已修复; 缺陷自 gcc 4.7 起存在约 14 年, 社区计划 backport 至 gcc 13 及以上。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4. 研究目标与内容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研究目标 (Goals)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33272"/>
            <a:ext cx="2743200" cy="13716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2743200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G1 · 抽取不变量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系统化提取各防御机制的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19072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来源: 源码注释 · 官方文档 · 已确认历史 bug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24 份 invariant survey 作为形式化依据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33272"/>
            <a:ext cx="2743200" cy="13716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33272"/>
            <a:ext cx="2743200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430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G2 · 构建预言机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41732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把每条 invariant 落成可执行 Checker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719072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聚合为 MechanismOracle (多阶段调度)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跨 ISA 统一接口, 支持正 / 负控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033272"/>
            <a:ext cx="2743200" cy="137160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033272"/>
            <a:ext cx="2743200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430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G3 · 覆盖率驱动 Fuzzing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以防御机制源码覆盖率为核心信号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19072"/>
            <a:ext cx="24688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CFG-guided target 选择 + LLM 种子变异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发现静默逻辑漏洞 (GCC / LLVM)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5887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263347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核心挑战 (Challenges)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99232"/>
            <a:ext cx="4160520" cy="91440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999232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090672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C1 · 测试预言机缺失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8328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防御失效是 '静默' 逻辑漏洞 —— 无 crash、无报错; 传统 crash-oracle fuzzer 全盘失效。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999232"/>
            <a:ext cx="4160520" cy="91440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63440" y="2999232"/>
            <a:ext cx="73152" cy="9144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090672"/>
            <a:ext cx="3886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C2 · 深层路径难触发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38328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GCC 千万行代码, 防御逻辑分散多 pass; 随机变异难以生成满足路径约束的 seed。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005072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Arial"/>
                <a:ea typeface="Microsoft YaHei"/>
              </a:rPr>
              <a:t>思路起源: </a:t>
            </a:r>
            <a:r>
              <a:rPr sz="1000" b="0" i="0">
                <a:solidFill>
                  <a:srgbClr val="555555"/>
                </a:solidFill>
                <a:latin typeface="Arial"/>
                <a:ea typeface="Microsoft YaHei"/>
              </a:rPr>
              <a:t>CVE-2023-4039 (AArch64 canary 绕过) 启发我们系统化抽取防御机制的不变量。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5. 研究方案 — 三步骤工作流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Invariants 调研 → Oracle 落地 → LLM + 覆盖率驱动 Fuzzing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2560320" cy="214884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070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Invariants 调研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6304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  <a:ea typeface="Microsoft YaHei"/>
              </a:rPr>
              <a:t>形式化捕获防御机制规范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10512"/>
            <a:ext cx="2240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来源 A · 编译器源码注释 / pass 实现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来源 B · GCC / LLVM / glibc 官方文档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来源 C · 已确认历史 bug / CVE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产物: 24 份跨机制 invariant survey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80360" y="1988820"/>
            <a:ext cx="411480" cy="329184"/>
          </a:xfrm>
          <a:prstGeom prst="rightArrow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078992"/>
            <a:ext cx="2560320" cy="214884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29000" y="1188720"/>
            <a:ext cx="502920" cy="502920"/>
          </a:xfrm>
          <a:prstGeom prst="ellipse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1887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2070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Oracle 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46304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  <a:ea typeface="Microsoft YaHei"/>
              </a:rPr>
              <a:t>invariant → 可执行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810512"/>
            <a:ext cx="2240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InvariantChecker 接口: Enablement / Static / Dynamic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MechanismOracle 分阶段聚合判定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Polarity-aware: 负控 (-fno-*) 自动翻极性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报告带 invariant ID + 源码引用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52160" y="1988820"/>
            <a:ext cx="411480" cy="329184"/>
          </a:xfrm>
          <a:prstGeom prst="rightArrow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78992"/>
            <a:ext cx="2560320" cy="2148840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1188720"/>
            <a:ext cx="502920" cy="502920"/>
          </a:xfrm>
          <a:prstGeom prst="ellipse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20700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覆盖率 + LLM Fuzzing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463040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  <a:ea typeface="Microsoft YaHei"/>
              </a:rPr>
              <a:t>以防御机制源码覆盖率为信号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810512"/>
            <a:ext cx="2240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CFG-guided target 选择 (插桩 GCC + .gcda)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Mechanism contract + 分层 prompt 生成 seed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uftrace 发散分析指导重试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coverage / oracle / corpus 三方决策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410712"/>
            <a:ext cx="8503920" cy="457200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47288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Fuzzing 主循环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48456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target → prompt → LLM → compile + gcov → execute (native / QEMU) → MechanismOracle → coverage / corpus / retry 反馈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5.1 技术贡献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支撑上述三步骤的三项原创工程贡献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2724912" cy="3689604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724912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16152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T1 · 覆盖率插桩 GCC 工具链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0512"/>
            <a:ext cx="2395728" cy="286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多 ISA 交叉编译: x64 / aarch64 / loongarch64 / riscv64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gcovr 读取 .gcda 构建防御机制源码覆盖率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QEMU-user 运行交叉产物, 统一退出码协议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与主循环异步: 每 seed 独立产物, 支持断点恢复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78992"/>
            <a:ext cx="2724912" cy="3689604"/>
          </a:xfrm>
          <a:prstGeom prst="rect">
            <a:avLst/>
          </a:prstGeom>
          <a:solidFill>
            <a:srgbClr val="E3F2FD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9544" y="1078992"/>
            <a:ext cx="2724912" cy="457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1216152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565C0"/>
                </a:solidFill>
                <a:latin typeface="Arial"/>
                <a:ea typeface="Microsoft YaHei"/>
              </a:rPr>
              <a:t>T2 · 多 invariant Oracle 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1810512"/>
            <a:ext cx="2395728" cy="286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InvariantChecker 接口 (Enablement / Static / Dynamic)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MechanismOracle 三阶段调度, 早退化早报错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Polarity-aware: -fno-* 负控下自动翻极性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Finding 带 invariant ID + 一手证据链接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078992"/>
            <a:ext cx="2724912" cy="3689604"/>
          </a:xfrm>
          <a:prstGeom prst="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9048" y="1078992"/>
            <a:ext cx="2724912" cy="457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216152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E65100"/>
                </a:solidFill>
                <a:latin typeface="Arial"/>
                <a:ea typeface="Microsoft YaHei"/>
              </a:rPr>
              <a:t>T3 · Contract + 分层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10512"/>
            <a:ext cx="2395728" cy="286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三段式 prompt: base + understanding + contract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RequiredMarkers 后置校验 LLM 响应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Strategy ↔ Mechanism ↔ Oracle 绑定, 防错配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• FlagProfile 注入 CFLAGS 变种, 驱动 negative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6. Oracle 实例 — Stack Canary 二分检测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4 个 Invariant Checker 覆盖 canary 机制的正确性契约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4937760" cy="68580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06424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核心原理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44168"/>
            <a:ext cx="4663440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渐进增加 buffer 填充 → 观察 ret / canary / buf 三者位置的单调退出状态变化 → 二分定位最小崩溃长度。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47088"/>
            <a:ext cx="4937760" cy="3200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4663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已注册 InvariantChecker (4)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67128"/>
            <a:ext cx="4937760" cy="693801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167128"/>
            <a:ext cx="12344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Arial"/>
                <a:ea typeface="Microsoft YaHei"/>
              </a:rPr>
              <a:t>INV-SP-G01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167128"/>
            <a:ext cx="82296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167128"/>
            <a:ext cx="26060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__stack_chk_fail 符号存在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60929"/>
            <a:ext cx="4937760" cy="693801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60929"/>
            <a:ext cx="12344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Arial"/>
                <a:ea typeface="Microsoft YaHei"/>
              </a:rPr>
              <a:t>INV-SP-A01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860929"/>
            <a:ext cx="82296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Static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860929"/>
            <a:ext cx="26060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main 不应持有 canary 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54730"/>
            <a:ext cx="4937760" cy="693801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554730"/>
            <a:ext cx="12344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Arial"/>
                <a:ea typeface="Microsoft YaHei"/>
              </a:rPr>
              <a:t>INV-SP-L01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554730"/>
            <a:ext cx="82296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Dynamic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554730"/>
            <a:ext cx="26060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buffer 溢出二分搜索 + 哨兵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48531"/>
            <a:ext cx="4937760" cy="693801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248531"/>
            <a:ext cx="12344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Arial"/>
                <a:ea typeface="Microsoft YaHei"/>
              </a:rPr>
              <a:t>INV-SP-R03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248531"/>
            <a:ext cx="82296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  <a:ea typeface="Microsoft YaHei"/>
              </a:rPr>
              <a:t>Dynamic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248531"/>
            <a:ext cx="2606040" cy="6938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epilogue 必须 scrub canary 寄存器 (新)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1051560"/>
            <a:ext cx="3383280" cy="3200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1051560"/>
            <a:ext cx="3200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退出状态判定表 (INV-SP-L01)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1371600"/>
            <a:ext cx="3383280" cy="27432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1371600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Arial"/>
                <a:ea typeface="Microsoft YaHei"/>
              </a:rPr>
              <a:t>stdout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1371600"/>
            <a:ext cx="685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Arial"/>
                <a:ea typeface="Microsoft YaHei"/>
              </a:rPr>
              <a:t>exit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1371600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5E20"/>
                </a:solidFill>
                <a:latin typeface="Arial"/>
                <a:ea typeface="Microsoft YaHei"/>
              </a:rPr>
              <a:t>判定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1645920"/>
            <a:ext cx="338328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1645920"/>
            <a:ext cx="123444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有 SEED_RETURNED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1645920"/>
            <a:ext cx="68580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  <a:ea typeface="Microsoft YaHei"/>
              </a:rPr>
              <a:t>139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1645920"/>
            <a:ext cx="128016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62828"/>
                </a:solidFill>
                <a:latin typeface="Arial"/>
                <a:ea typeface="Microsoft YaHei"/>
              </a:rPr>
              <a:t>Canary 绕过 (BUG)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1981200"/>
            <a:ext cx="3383280" cy="33528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1981200"/>
            <a:ext cx="123444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1981200"/>
            <a:ext cx="68580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  <a:ea typeface="Microsoft YaHei"/>
              </a:rPr>
              <a:t>139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1981200"/>
            <a:ext cx="128016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65100"/>
                </a:solidFill>
                <a:latin typeface="Arial"/>
                <a:ea typeface="Microsoft YaHei"/>
              </a:rPr>
              <a:t>间接崩溃 (假阳性)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316480"/>
            <a:ext cx="3383280" cy="335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2316480"/>
            <a:ext cx="123444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2316480"/>
            <a:ext cx="68580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333333"/>
                </a:solidFill>
                <a:latin typeface="Arial"/>
                <a:ea typeface="Microsoft YaHei"/>
              </a:rPr>
              <a:t>134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2316480"/>
            <a:ext cx="1280160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Arial"/>
                <a:ea typeface="Microsoft YaHei"/>
              </a:rPr>
              <a:t>Canary 生效 (安全)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2761488"/>
            <a:ext cx="3383280" cy="2272284"/>
          </a:xfrm>
          <a:prstGeom prst="rect">
            <a:avLst/>
          </a:prstGeom>
          <a:solidFill>
            <a:srgbClr val="FFF8E1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0" y="28346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哨兵 &amp; 跨架构执行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090672"/>
            <a:ext cx="3108960" cy="1906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seed() 返回前打印 "SEED_RETURNED" —— 区分 '真 canary 绕过' 与 '函数内部间接崩溃'。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0x41 填充在 x64 / aarch64 / loongarch64 / riscv64 均映射到未映射地址, 稳定触发 SIGSEGV。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交叉编译 + QEMU-user 执行, 退出码统一由主循环判定。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7. 初步实验结果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已在 GCC 上覆盖多防御机制 × 多 ISA, 发现 3 个真实漏洞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" y="1051560"/>
            <a:ext cx="7662672" cy="29260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051560"/>
            <a:ext cx="2377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防御机制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051560"/>
            <a:ext cx="12984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x64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051560"/>
            <a:ext cx="12984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aarch64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051560"/>
            <a:ext cx="138988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loongarch64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051560"/>
            <a:ext cx="12984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  <a:ea typeface="Microsoft YaHei"/>
              </a:rPr>
              <a:t>riscv64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" y="1344168"/>
            <a:ext cx="7662672" cy="39014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344168"/>
            <a:ext cx="2103120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Stack Canary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1344168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344168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344168"/>
            <a:ext cx="138988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344168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" y="1734312"/>
            <a:ext cx="7662672" cy="390144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1734312"/>
            <a:ext cx="2103120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FORTIFY_SOURCE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4" y="1734312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1734312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4312"/>
            <a:ext cx="138988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1734312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" y="2124456"/>
            <a:ext cx="7662672" cy="39014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2124456"/>
            <a:ext cx="2103120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CET-IBT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18104" y="2124456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2124456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N/A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124456"/>
            <a:ext cx="138988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N/A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124456"/>
            <a:ext cx="1298448" cy="390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E9E9E"/>
                </a:solidFill>
                <a:latin typeface="Arial"/>
                <a:ea typeface="Microsoft YaHei"/>
              </a:rPr>
              <a:t>N/A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22880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" y="2697480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已发现 3 个 GCC 防御实现漏洞 (均已上报, 其中 1 个已进 master)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063240"/>
            <a:ext cx="2773680" cy="86868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063240"/>
            <a:ext cx="277368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154680"/>
            <a:ext cx="259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Arial"/>
                <a:ea typeface="Microsoft YaHei"/>
              </a:rPr>
              <a:t>Bug 1 · </a:t>
            </a:r>
            <a:r>
              <a:rPr sz="1100" b="1" i="0">
                <a:solidFill>
                  <a:srgbClr val="333333"/>
                </a:solidFill>
                <a:latin typeface="Arial"/>
                <a:ea typeface="Microsoft YaHei"/>
              </a:rPr>
              <a:t>Canary epilogue 残留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3447288"/>
            <a:ext cx="25908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Microsoft YaHei"/>
              </a:rPr>
              <a:t>长尾 ISA (loongarch64 / mips / xtensa / csky) 的 generic fallback 未在 ret 前 scrub caller-saved 寄存器, guard 值泄露。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85160" y="3063240"/>
            <a:ext cx="2773680" cy="86868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85160" y="3063240"/>
            <a:ext cx="277368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4888" y="3154680"/>
            <a:ext cx="259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Arial"/>
                <a:ea typeface="Microsoft YaHei"/>
              </a:rPr>
              <a:t>Bug 2 · </a:t>
            </a:r>
            <a:r>
              <a:rPr sz="1100" b="1" i="0">
                <a:solidFill>
                  <a:srgbClr val="333333"/>
                </a:solidFill>
                <a:latin typeface="Arial"/>
                <a:ea typeface="Microsoft YaHei"/>
              </a:rPr>
              <a:t>FORTIFY bound 未更新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4888" y="3447288"/>
            <a:ext cx="25908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Microsoft YaHei"/>
              </a:rPr>
              <a:t>tree-ssa-strlen 把 __strcat_chk 改写为 __stpcpy_chk 时, arg3 (objsize) 仍按原缓冲区大小传递, 保护静默退化。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0280" y="3063240"/>
            <a:ext cx="2773680" cy="868680"/>
          </a:xfrm>
          <a:prstGeom prst="rect">
            <a:avLst/>
          </a:prstGeom>
          <a:solidFill>
            <a:srgbClr val="FFEBEE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50280" y="3063240"/>
            <a:ext cx="2773680" cy="45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0008" y="3154680"/>
            <a:ext cx="259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  <a:latin typeface="Arial"/>
                <a:ea typeface="Microsoft YaHei"/>
              </a:rPr>
              <a:t>Bug 3 · </a:t>
            </a:r>
            <a:r>
              <a:rPr sz="1100" b="1" i="0">
                <a:solidFill>
                  <a:srgbClr val="333333"/>
                </a:solidFill>
                <a:latin typeface="Arial"/>
                <a:ea typeface="Microsoft YaHei"/>
              </a:rPr>
              <a:t>CET-IBT 谓词不充分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0008" y="3447288"/>
            <a:ext cx="259080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Arial"/>
                <a:ea typeface="Microsoft YaHei"/>
              </a:rPr>
              <a:t>movabsq 立即数若在非最低字节位置包含 ENDBR64 字节序列, 可构造出编译器未预期的 landing pad, 削弱 IBT。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069080"/>
            <a:ext cx="8503920" cy="790956"/>
          </a:xfrm>
          <a:prstGeom prst="rect">
            <a:avLst/>
          </a:prstGeom>
          <a:solidFill>
            <a:srgbClr val="FFF8E1"/>
          </a:solidFill>
          <a:ln w="952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069080"/>
            <a:ext cx="73152" cy="79095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105656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后续实验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343400"/>
            <a:ext cx="822960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扩展至 LLVM 工具链 + 补全 GCC 其他防御机制 (SafeStack · CFI · PAC · BTI · ShadowStack · StackClash 等)。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8. 预期成果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学术产出 + 工程产出 + 社区影响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24712"/>
            <a:ext cx="4160520" cy="3689604"/>
          </a:xfrm>
          <a:prstGeom prst="rect">
            <a:avLst/>
          </a:prstGeom>
          <a:solidFill>
            <a:srgbClr val="E8F5E9"/>
          </a:solidFill>
          <a:ln w="9525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24712"/>
            <a:ext cx="4160520" cy="457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9304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  <a:latin typeface="Arial"/>
                <a:ea typeface="Microsoft YaHei"/>
              </a:rPr>
              <a:t>学术产出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10512"/>
            <a:ext cx="3749040" cy="2912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1 篇 CCF-A / B 级会议或期刊论文 (目标方向: 安全 / 系统)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开源 DeFuzz 工具 (Go + Python, 多 ISA 支持)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LLM-driven 编译器防御机制测试方法论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跨机制 invariant survey 作为独立贡献 (24 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124712"/>
            <a:ext cx="4160520" cy="3689604"/>
          </a:xfrm>
          <a:prstGeom prst="rect">
            <a:avLst/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124712"/>
            <a:ext cx="4160520" cy="457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89304"/>
            <a:ext cx="3794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65100"/>
                </a:solidFill>
                <a:latin typeface="Arial"/>
                <a:ea typeface="Microsoft YaHei"/>
              </a:rPr>
              <a:t>工程 &amp; 社区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810512"/>
            <a:ext cx="3749040" cy="2912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向 GCC / LLVM 上游报告真实防御实现漏洞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支持 GCC + LLVM 双工具链, 便于回归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可扩展的 Invariant Oracle 体系, 覆盖面持续增长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100" b="0" i="0">
                <a:solidFill>
                  <a:srgbClr val="333333"/>
                </a:solidFill>
                <a:latin typeface="Arial"/>
                <a:ea typeface="Microsoft YaHei"/>
              </a:rPr>
              <a:t>• 自动化流水线 (插桩编译 / QEMU 执行 / 报告)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503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  <a:ea typeface="Microsoft YaHei"/>
              </a:rPr>
              <a:t>9. 进度安排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481431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Arial"/>
                <a:ea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92912"/>
            <a:ext cx="54864" cy="1905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667512"/>
            <a:ext cx="8375904" cy="241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  <a:ea typeface="Microsoft YaHei"/>
              </a:rPr>
              <a:t>当前节点 → 毕业答辩的时间线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8503920" cy="3735324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1170432"/>
            <a:ext cx="54864" cy="355244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93392" y="1413129"/>
            <a:ext cx="182880" cy="182880"/>
          </a:xfrm>
          <a:prstGeom prst="ellipse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16152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B5E20"/>
                </a:solidFill>
                <a:latin typeface="Arial"/>
                <a:ea typeface="Microsoft YaHei"/>
              </a:rPr>
              <a:t>2025.11–2026.04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252728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Arial"/>
                <a:ea typeface="Microsoft YaHei"/>
              </a:rPr>
              <a:t>已完成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✓ 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508760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Canary oracle 4 个 checker · Mechanism contract 架构 · 3 个 GCC bug 上报</a:t>
            </a:r>
          </a:p>
        </p:txBody>
      </p:sp>
      <p:sp>
        <p:nvSpPr>
          <p:cNvPr id="14" name="Oval 13"/>
          <p:cNvSpPr/>
          <p:nvPr/>
        </p:nvSpPr>
        <p:spPr>
          <a:xfrm>
            <a:off x="1993392" y="1989963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92986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Arial"/>
                <a:ea typeface="Microsoft YaHei"/>
              </a:rPr>
              <a:t>2026.05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2956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/>
                <a:ea typeface="Microsoft YaHei"/>
              </a:rPr>
              <a:t>LLVM 接入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▷ 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085594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接入 Clang/LLVM 工具链 + 扩展 FORTIFY / CFI oracle</a:t>
            </a:r>
          </a:p>
        </p:txBody>
      </p:sp>
      <p:sp>
        <p:nvSpPr>
          <p:cNvPr id="18" name="Oval 17"/>
          <p:cNvSpPr/>
          <p:nvPr/>
        </p:nvSpPr>
        <p:spPr>
          <a:xfrm>
            <a:off x="1993392" y="2566797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69820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Arial"/>
                <a:ea typeface="Microsoft YaHei"/>
              </a:rPr>
              <a:t>2026.06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406396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Arial"/>
                <a:ea typeface="Microsoft YaHei"/>
              </a:rPr>
              <a:t>大规模实验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▷ 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662428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多机制 × 多 ISA × 多版本完整实验 + 数据收集</a:t>
            </a:r>
          </a:p>
        </p:txBody>
      </p:sp>
      <p:sp>
        <p:nvSpPr>
          <p:cNvPr id="22" name="Oval 21"/>
          <p:cNvSpPr/>
          <p:nvPr/>
        </p:nvSpPr>
        <p:spPr>
          <a:xfrm>
            <a:off x="1993392" y="3143631"/>
            <a:ext cx="182880" cy="18288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946654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65100"/>
                </a:solidFill>
                <a:latin typeface="Arial"/>
                <a:ea typeface="Microsoft YaHei"/>
              </a:rPr>
              <a:t>2026.07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983230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Arial"/>
                <a:ea typeface="Microsoft YaHei"/>
              </a:rPr>
              <a:t>论文初稿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▷ 计划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239262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撰写论文初稿 + invariant survey 整理</a:t>
            </a:r>
          </a:p>
        </p:txBody>
      </p:sp>
      <p:sp>
        <p:nvSpPr>
          <p:cNvPr id="26" name="Oval 25"/>
          <p:cNvSpPr/>
          <p:nvPr/>
        </p:nvSpPr>
        <p:spPr>
          <a:xfrm>
            <a:off x="1993392" y="3720465"/>
            <a:ext cx="182880" cy="182880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523488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E65100"/>
                </a:solidFill>
                <a:latin typeface="Arial"/>
                <a:ea typeface="Microsoft YaHei"/>
              </a:rPr>
              <a:t>2026.08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560064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  <a:latin typeface="Arial"/>
                <a:ea typeface="Microsoft YaHei"/>
              </a:rPr>
              <a:t>投稿 &amp; 修订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▷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816096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会议投稿, 内部 review 迭代 + 补充实验</a:t>
            </a:r>
          </a:p>
        </p:txBody>
      </p:sp>
      <p:sp>
        <p:nvSpPr>
          <p:cNvPr id="30" name="Oval 29"/>
          <p:cNvSpPr/>
          <p:nvPr/>
        </p:nvSpPr>
        <p:spPr>
          <a:xfrm>
            <a:off x="1993392" y="4297299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00322"/>
            <a:ext cx="1508760" cy="5768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62828"/>
                </a:solidFill>
                <a:latin typeface="Arial"/>
                <a:ea typeface="Microsoft YaHei"/>
              </a:rPr>
              <a:t>2026.09–10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36898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Arial"/>
                <a:ea typeface="Microsoft YaHei"/>
              </a:rPr>
              <a:t>毕业论文</a:t>
            </a:r>
            <a:r>
              <a:rPr sz="1200" b="0" i="0">
                <a:solidFill>
                  <a:srgbClr val="333333"/>
                </a:solidFill>
                <a:latin typeface="Arial"/>
                <a:ea typeface="Microsoft YaHei"/>
              </a:rPr>
              <a:t>  </a:t>
            </a:r>
            <a:r>
              <a:rPr sz="900" b="0" i="1">
                <a:solidFill>
                  <a:srgbClr val="666666"/>
                </a:solidFill>
                <a:latin typeface="Arial"/>
                <a:ea typeface="Microsoft YaHei"/>
              </a:rPr>
              <a:t>▷ 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392930"/>
            <a:ext cx="64008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33333"/>
                </a:solidFill>
                <a:latin typeface="Arial"/>
                <a:ea typeface="Microsoft YaHei"/>
              </a:rPr>
              <a:t>毕业论文撰写 + 答辩准备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05156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B5E20"/>
                </a:solidFill>
                <a:latin typeface="Arial"/>
                <a:ea typeface="Microsoft YaHei"/>
              </a:rPr>
              <a:t>感谢各位老师的聆听!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666666"/>
                </a:solidFill>
                <a:latin typeface="Arial"/>
                <a:ea typeface="Microsoft YaHei"/>
              </a:rP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DeFuzz: LLM 驱动的编译器软件防御机制模糊测试</dc:title>
  <dc:subject>硕士学位论文开题答辩</dc:subject>
  <dc:creator>DeFuzz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